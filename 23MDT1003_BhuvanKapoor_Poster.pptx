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15119350" cy="21383625"/>
  <p:notesSz cx="6858000" cy="9144000"/>
  <p:defaultTextStyle>
    <a:defPPr>
      <a:defRPr lang="en-US"/>
    </a:defPPr>
    <a:lvl1pPr marL="0" algn="l" defTabSz="1489458" rtl="0" eaLnBrk="1" latinLnBrk="0" hangingPunct="1">
      <a:defRPr sz="2932" kern="1200">
        <a:solidFill>
          <a:schemeClr val="tx1"/>
        </a:solidFill>
        <a:latin typeface="+mn-lt"/>
        <a:ea typeface="+mn-ea"/>
        <a:cs typeface="+mn-cs"/>
      </a:defRPr>
    </a:lvl1pPr>
    <a:lvl2pPr marL="744729" algn="l" defTabSz="1489458" rtl="0" eaLnBrk="1" latinLnBrk="0" hangingPunct="1">
      <a:defRPr sz="2932" kern="1200">
        <a:solidFill>
          <a:schemeClr val="tx1"/>
        </a:solidFill>
        <a:latin typeface="+mn-lt"/>
        <a:ea typeface="+mn-ea"/>
        <a:cs typeface="+mn-cs"/>
      </a:defRPr>
    </a:lvl2pPr>
    <a:lvl3pPr marL="1489458" algn="l" defTabSz="1489458" rtl="0" eaLnBrk="1" latinLnBrk="0" hangingPunct="1">
      <a:defRPr sz="2932" kern="1200">
        <a:solidFill>
          <a:schemeClr val="tx1"/>
        </a:solidFill>
        <a:latin typeface="+mn-lt"/>
        <a:ea typeface="+mn-ea"/>
        <a:cs typeface="+mn-cs"/>
      </a:defRPr>
    </a:lvl3pPr>
    <a:lvl4pPr marL="2234187" algn="l" defTabSz="1489458" rtl="0" eaLnBrk="1" latinLnBrk="0" hangingPunct="1">
      <a:defRPr sz="2932" kern="1200">
        <a:solidFill>
          <a:schemeClr val="tx1"/>
        </a:solidFill>
        <a:latin typeface="+mn-lt"/>
        <a:ea typeface="+mn-ea"/>
        <a:cs typeface="+mn-cs"/>
      </a:defRPr>
    </a:lvl4pPr>
    <a:lvl5pPr marL="2978918" algn="l" defTabSz="1489458" rtl="0" eaLnBrk="1" latinLnBrk="0" hangingPunct="1">
      <a:defRPr sz="2932" kern="1200">
        <a:solidFill>
          <a:schemeClr val="tx1"/>
        </a:solidFill>
        <a:latin typeface="+mn-lt"/>
        <a:ea typeface="+mn-ea"/>
        <a:cs typeface="+mn-cs"/>
      </a:defRPr>
    </a:lvl5pPr>
    <a:lvl6pPr marL="3723645" algn="l" defTabSz="1489458" rtl="0" eaLnBrk="1" latinLnBrk="0" hangingPunct="1">
      <a:defRPr sz="2932" kern="1200">
        <a:solidFill>
          <a:schemeClr val="tx1"/>
        </a:solidFill>
        <a:latin typeface="+mn-lt"/>
        <a:ea typeface="+mn-ea"/>
        <a:cs typeface="+mn-cs"/>
      </a:defRPr>
    </a:lvl6pPr>
    <a:lvl7pPr marL="4468376" algn="l" defTabSz="1489458" rtl="0" eaLnBrk="1" latinLnBrk="0" hangingPunct="1">
      <a:defRPr sz="2932" kern="1200">
        <a:solidFill>
          <a:schemeClr val="tx1"/>
        </a:solidFill>
        <a:latin typeface="+mn-lt"/>
        <a:ea typeface="+mn-ea"/>
        <a:cs typeface="+mn-cs"/>
      </a:defRPr>
    </a:lvl7pPr>
    <a:lvl8pPr marL="5213105" algn="l" defTabSz="1489458" rtl="0" eaLnBrk="1" latinLnBrk="0" hangingPunct="1">
      <a:defRPr sz="2932" kern="1200">
        <a:solidFill>
          <a:schemeClr val="tx1"/>
        </a:solidFill>
        <a:latin typeface="+mn-lt"/>
        <a:ea typeface="+mn-ea"/>
        <a:cs typeface="+mn-cs"/>
      </a:defRPr>
    </a:lvl8pPr>
    <a:lvl9pPr marL="5957834" algn="l" defTabSz="1489458" rtl="0" eaLnBrk="1" latinLnBrk="0" hangingPunct="1">
      <a:defRPr sz="2932"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35" userDrawn="1">
          <p15:clr>
            <a:srgbClr val="A4A3A4"/>
          </p15:clr>
        </p15:guide>
        <p15:guide id="2" pos="47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023" autoAdjust="0"/>
    <p:restoredTop sz="94660"/>
  </p:normalViewPr>
  <p:slideViewPr>
    <p:cSldViewPr snapToGrid="0">
      <p:cViewPr>
        <p:scale>
          <a:sx n="33" d="100"/>
          <a:sy n="33" d="100"/>
        </p:scale>
        <p:origin x="2262" y="24"/>
      </p:cViewPr>
      <p:guideLst>
        <p:guide orient="horz" pos="6735"/>
        <p:guide pos="47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33954" y="3499591"/>
            <a:ext cx="12851447" cy="7444670"/>
          </a:xfrm>
        </p:spPr>
        <p:txBody>
          <a:bodyPr anchor="b"/>
          <a:lstStyle>
            <a:lvl1pPr algn="ctr">
              <a:defRPr sz="9821"/>
            </a:lvl1pPr>
          </a:lstStyle>
          <a:p>
            <a:r>
              <a:rPr lang="en-US"/>
              <a:t>Click to edit Master title style</a:t>
            </a:r>
            <a:endParaRPr lang="en-US" dirty="0"/>
          </a:p>
        </p:txBody>
      </p:sp>
      <p:sp>
        <p:nvSpPr>
          <p:cNvPr id="3" name="Subtitle 2"/>
          <p:cNvSpPr>
            <a:spLocks noGrp="1"/>
          </p:cNvSpPr>
          <p:nvPr>
            <p:ph type="subTitle" idx="1"/>
          </p:nvPr>
        </p:nvSpPr>
        <p:spPr>
          <a:xfrm>
            <a:off x="1889919" y="11231355"/>
            <a:ext cx="11339513" cy="5162758"/>
          </a:xfrm>
        </p:spPr>
        <p:txBody>
          <a:bodyPr/>
          <a:lstStyle>
            <a:lvl1pPr marL="0" indent="0" algn="ctr">
              <a:buNone/>
              <a:defRPr sz="3928"/>
            </a:lvl1pPr>
            <a:lvl2pPr marL="748391" indent="0" algn="ctr">
              <a:buNone/>
              <a:defRPr sz="3274"/>
            </a:lvl2pPr>
            <a:lvl3pPr marL="1496782" indent="0" algn="ctr">
              <a:buNone/>
              <a:defRPr sz="2946"/>
            </a:lvl3pPr>
            <a:lvl4pPr marL="2245175" indent="0" algn="ctr">
              <a:buNone/>
              <a:defRPr sz="2619"/>
            </a:lvl4pPr>
            <a:lvl5pPr marL="2993566" indent="0" algn="ctr">
              <a:buNone/>
              <a:defRPr sz="2619"/>
            </a:lvl5pPr>
            <a:lvl6pPr marL="3741957" indent="0" algn="ctr">
              <a:buNone/>
              <a:defRPr sz="2619"/>
            </a:lvl6pPr>
            <a:lvl7pPr marL="4490350" indent="0" algn="ctr">
              <a:buNone/>
              <a:defRPr sz="2619"/>
            </a:lvl7pPr>
            <a:lvl8pPr marL="5238741" indent="0" algn="ctr">
              <a:buNone/>
              <a:defRPr sz="2619"/>
            </a:lvl8pPr>
            <a:lvl9pPr marL="5987134" indent="0" algn="ctr">
              <a:buNone/>
              <a:defRPr sz="261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pPr/>
              <a:t>07-04-2025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pPr/>
              <a:t>‹#›</a:t>
            </a:fld>
            <a:endParaRPr lang="en-IN" dirty="0"/>
          </a:p>
        </p:txBody>
      </p:sp>
    </p:spTree>
    <p:extLst>
      <p:ext uri="{BB962C8B-B14F-4D97-AF65-F5344CB8AC3E}">
        <p14:creationId xmlns:p14="http://schemas.microsoft.com/office/powerpoint/2010/main" val="812842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pPr/>
              <a:t>07-04-2025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pPr/>
              <a:t>‹#›</a:t>
            </a:fld>
            <a:endParaRPr lang="en-IN" dirty="0"/>
          </a:p>
        </p:txBody>
      </p:sp>
    </p:spTree>
    <p:extLst>
      <p:ext uri="{BB962C8B-B14F-4D97-AF65-F5344CB8AC3E}">
        <p14:creationId xmlns:p14="http://schemas.microsoft.com/office/powerpoint/2010/main" val="3100812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31583" y="5331064"/>
            <a:ext cx="13040440" cy="8894993"/>
          </a:xfrm>
        </p:spPr>
        <p:txBody>
          <a:bodyPr anchor="b"/>
          <a:lstStyle>
            <a:lvl1pPr>
              <a:defRPr sz="9821"/>
            </a:lvl1pPr>
          </a:lstStyle>
          <a:p>
            <a:r>
              <a:rPr lang="en-US"/>
              <a:t>Click to edit Master title style</a:t>
            </a:r>
            <a:endParaRPr lang="en-US" dirty="0"/>
          </a:p>
        </p:txBody>
      </p:sp>
      <p:sp>
        <p:nvSpPr>
          <p:cNvPr id="3" name="Text Placeholder 2"/>
          <p:cNvSpPr>
            <a:spLocks noGrp="1"/>
          </p:cNvSpPr>
          <p:nvPr>
            <p:ph type="body" idx="1"/>
          </p:nvPr>
        </p:nvSpPr>
        <p:spPr>
          <a:xfrm>
            <a:off x="1031583" y="14310207"/>
            <a:ext cx="13040440" cy="4677667"/>
          </a:xfrm>
        </p:spPr>
        <p:txBody>
          <a:bodyPr/>
          <a:lstStyle>
            <a:lvl1pPr marL="0" indent="0">
              <a:buNone/>
              <a:defRPr sz="3928">
                <a:solidFill>
                  <a:schemeClr val="tx1"/>
                </a:solidFill>
              </a:defRPr>
            </a:lvl1pPr>
            <a:lvl2pPr marL="748391" indent="0">
              <a:buNone/>
              <a:defRPr sz="3274">
                <a:solidFill>
                  <a:schemeClr val="tx1">
                    <a:tint val="75000"/>
                  </a:schemeClr>
                </a:solidFill>
              </a:defRPr>
            </a:lvl2pPr>
            <a:lvl3pPr marL="1496782" indent="0">
              <a:buNone/>
              <a:defRPr sz="2946">
                <a:solidFill>
                  <a:schemeClr val="tx1">
                    <a:tint val="75000"/>
                  </a:schemeClr>
                </a:solidFill>
              </a:defRPr>
            </a:lvl3pPr>
            <a:lvl4pPr marL="2245175" indent="0">
              <a:buNone/>
              <a:defRPr sz="2619">
                <a:solidFill>
                  <a:schemeClr val="tx1">
                    <a:tint val="75000"/>
                  </a:schemeClr>
                </a:solidFill>
              </a:defRPr>
            </a:lvl4pPr>
            <a:lvl5pPr marL="2993566" indent="0">
              <a:buNone/>
              <a:defRPr sz="2619">
                <a:solidFill>
                  <a:schemeClr val="tx1">
                    <a:tint val="75000"/>
                  </a:schemeClr>
                </a:solidFill>
              </a:defRPr>
            </a:lvl5pPr>
            <a:lvl6pPr marL="3741957" indent="0">
              <a:buNone/>
              <a:defRPr sz="2619">
                <a:solidFill>
                  <a:schemeClr val="tx1">
                    <a:tint val="75000"/>
                  </a:schemeClr>
                </a:solidFill>
              </a:defRPr>
            </a:lvl6pPr>
            <a:lvl7pPr marL="4490350" indent="0">
              <a:buNone/>
              <a:defRPr sz="2619">
                <a:solidFill>
                  <a:schemeClr val="tx1">
                    <a:tint val="75000"/>
                  </a:schemeClr>
                </a:solidFill>
              </a:defRPr>
            </a:lvl7pPr>
            <a:lvl8pPr marL="5238741" indent="0">
              <a:buNone/>
              <a:defRPr sz="2619">
                <a:solidFill>
                  <a:schemeClr val="tx1">
                    <a:tint val="75000"/>
                  </a:schemeClr>
                </a:solidFill>
              </a:defRPr>
            </a:lvl8pPr>
            <a:lvl9pPr marL="5987134" indent="0">
              <a:buNone/>
              <a:defRPr sz="261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53E2C6-8CDE-4FA4-9434-0173729C9153}" type="datetimeFigureOut">
              <a:rPr lang="en-IN" smtClean="0"/>
              <a:pPr/>
              <a:t>07-04-2025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pPr/>
              <a:t>‹#›</a:t>
            </a:fld>
            <a:endParaRPr lang="en-IN" dirty="0"/>
          </a:p>
        </p:txBody>
      </p:sp>
    </p:spTree>
    <p:extLst>
      <p:ext uri="{BB962C8B-B14F-4D97-AF65-F5344CB8AC3E}">
        <p14:creationId xmlns:p14="http://schemas.microsoft.com/office/powerpoint/2010/main" val="4035159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39456" y="5692402"/>
            <a:ext cx="6425724" cy="13567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54171" y="5692402"/>
            <a:ext cx="6425724" cy="13567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53E2C6-8CDE-4FA4-9434-0173729C9153}" type="datetimeFigureOut">
              <a:rPr lang="en-IN" smtClean="0"/>
              <a:pPr/>
              <a:t>07-04-2025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pPr/>
              <a:t>‹#›</a:t>
            </a:fld>
            <a:endParaRPr lang="en-IN" dirty="0"/>
          </a:p>
        </p:txBody>
      </p:sp>
    </p:spTree>
    <p:extLst>
      <p:ext uri="{BB962C8B-B14F-4D97-AF65-F5344CB8AC3E}">
        <p14:creationId xmlns:p14="http://schemas.microsoft.com/office/powerpoint/2010/main" val="142816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41427" y="1138485"/>
            <a:ext cx="13040440" cy="4133180"/>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41427" y="5241962"/>
            <a:ext cx="6396192" cy="2569004"/>
          </a:xfrm>
        </p:spPr>
        <p:txBody>
          <a:bodyPr anchor="b"/>
          <a:lstStyle>
            <a:lvl1pPr marL="0" indent="0">
              <a:buNone/>
              <a:defRPr sz="3928" b="1"/>
            </a:lvl1pPr>
            <a:lvl2pPr marL="748391" indent="0">
              <a:buNone/>
              <a:defRPr sz="3274" b="1"/>
            </a:lvl2pPr>
            <a:lvl3pPr marL="1496782" indent="0">
              <a:buNone/>
              <a:defRPr sz="2946" b="1"/>
            </a:lvl3pPr>
            <a:lvl4pPr marL="2245175" indent="0">
              <a:buNone/>
              <a:defRPr sz="2619" b="1"/>
            </a:lvl4pPr>
            <a:lvl5pPr marL="2993566" indent="0">
              <a:buNone/>
              <a:defRPr sz="2619" b="1"/>
            </a:lvl5pPr>
            <a:lvl6pPr marL="3741957" indent="0">
              <a:buNone/>
              <a:defRPr sz="2619" b="1"/>
            </a:lvl6pPr>
            <a:lvl7pPr marL="4490350" indent="0">
              <a:buNone/>
              <a:defRPr sz="2619" b="1"/>
            </a:lvl7pPr>
            <a:lvl8pPr marL="5238741" indent="0">
              <a:buNone/>
              <a:defRPr sz="2619" b="1"/>
            </a:lvl8pPr>
            <a:lvl9pPr marL="5987134" indent="0">
              <a:buNone/>
              <a:defRPr sz="2619" b="1"/>
            </a:lvl9pPr>
          </a:lstStyle>
          <a:p>
            <a:pPr lvl="0"/>
            <a:r>
              <a:rPr lang="en-US"/>
              <a:t>Click to edit Master text styles</a:t>
            </a:r>
          </a:p>
        </p:txBody>
      </p:sp>
      <p:sp>
        <p:nvSpPr>
          <p:cNvPr id="4" name="Content Placeholder 3"/>
          <p:cNvSpPr>
            <a:spLocks noGrp="1"/>
          </p:cNvSpPr>
          <p:nvPr>
            <p:ph sz="half" idx="2"/>
          </p:nvPr>
        </p:nvSpPr>
        <p:spPr>
          <a:xfrm>
            <a:off x="1041427" y="7810962"/>
            <a:ext cx="6396192" cy="11488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54174" y="5241962"/>
            <a:ext cx="6427693" cy="2569004"/>
          </a:xfrm>
        </p:spPr>
        <p:txBody>
          <a:bodyPr anchor="b"/>
          <a:lstStyle>
            <a:lvl1pPr marL="0" indent="0">
              <a:buNone/>
              <a:defRPr sz="3928" b="1"/>
            </a:lvl1pPr>
            <a:lvl2pPr marL="748391" indent="0">
              <a:buNone/>
              <a:defRPr sz="3274" b="1"/>
            </a:lvl2pPr>
            <a:lvl3pPr marL="1496782" indent="0">
              <a:buNone/>
              <a:defRPr sz="2946" b="1"/>
            </a:lvl3pPr>
            <a:lvl4pPr marL="2245175" indent="0">
              <a:buNone/>
              <a:defRPr sz="2619" b="1"/>
            </a:lvl4pPr>
            <a:lvl5pPr marL="2993566" indent="0">
              <a:buNone/>
              <a:defRPr sz="2619" b="1"/>
            </a:lvl5pPr>
            <a:lvl6pPr marL="3741957" indent="0">
              <a:buNone/>
              <a:defRPr sz="2619" b="1"/>
            </a:lvl6pPr>
            <a:lvl7pPr marL="4490350" indent="0">
              <a:buNone/>
              <a:defRPr sz="2619" b="1"/>
            </a:lvl7pPr>
            <a:lvl8pPr marL="5238741" indent="0">
              <a:buNone/>
              <a:defRPr sz="2619" b="1"/>
            </a:lvl8pPr>
            <a:lvl9pPr marL="5987134" indent="0">
              <a:buNone/>
              <a:defRPr sz="2619" b="1"/>
            </a:lvl9pPr>
          </a:lstStyle>
          <a:p>
            <a:pPr lvl="0"/>
            <a:r>
              <a:rPr lang="en-US"/>
              <a:t>Click to edit Master text styles</a:t>
            </a:r>
          </a:p>
        </p:txBody>
      </p:sp>
      <p:sp>
        <p:nvSpPr>
          <p:cNvPr id="6" name="Content Placeholder 5"/>
          <p:cNvSpPr>
            <a:spLocks noGrp="1"/>
          </p:cNvSpPr>
          <p:nvPr>
            <p:ph sz="quarter" idx="4"/>
          </p:nvPr>
        </p:nvSpPr>
        <p:spPr>
          <a:xfrm>
            <a:off x="7654174" y="7810962"/>
            <a:ext cx="6427693" cy="11488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53E2C6-8CDE-4FA4-9434-0173729C9153}" type="datetimeFigureOut">
              <a:rPr lang="en-IN" smtClean="0"/>
              <a:pPr/>
              <a:t>07-04-2025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AA8FA1BF-A921-4444-88C6-9EFD5BFD1773}" type="slidenum">
              <a:rPr lang="en-IN" smtClean="0"/>
              <a:pPr/>
              <a:t>‹#›</a:t>
            </a:fld>
            <a:endParaRPr lang="en-IN" dirty="0"/>
          </a:p>
        </p:txBody>
      </p:sp>
    </p:spTree>
    <p:extLst>
      <p:ext uri="{BB962C8B-B14F-4D97-AF65-F5344CB8AC3E}">
        <p14:creationId xmlns:p14="http://schemas.microsoft.com/office/powerpoint/2010/main" val="3957054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53E2C6-8CDE-4FA4-9434-0173729C9153}" type="datetimeFigureOut">
              <a:rPr lang="en-IN" smtClean="0"/>
              <a:pPr/>
              <a:t>07-04-2025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AA8FA1BF-A921-4444-88C6-9EFD5BFD1773}" type="slidenum">
              <a:rPr lang="en-IN" smtClean="0"/>
              <a:pPr/>
              <a:t>‹#›</a:t>
            </a:fld>
            <a:endParaRPr lang="en-IN" dirty="0"/>
          </a:p>
        </p:txBody>
      </p:sp>
    </p:spTree>
    <p:extLst>
      <p:ext uri="{BB962C8B-B14F-4D97-AF65-F5344CB8AC3E}">
        <p14:creationId xmlns:p14="http://schemas.microsoft.com/office/powerpoint/2010/main" val="1126069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53E2C6-8CDE-4FA4-9434-0173729C9153}" type="datetimeFigureOut">
              <a:rPr lang="en-IN" smtClean="0"/>
              <a:pPr/>
              <a:t>07-04-2025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AA8FA1BF-A921-4444-88C6-9EFD5BFD1773}" type="slidenum">
              <a:rPr lang="en-IN" smtClean="0"/>
              <a:pPr/>
              <a:t>‹#›</a:t>
            </a:fld>
            <a:endParaRPr lang="en-IN" dirty="0"/>
          </a:p>
        </p:txBody>
      </p:sp>
    </p:spTree>
    <p:extLst>
      <p:ext uri="{BB962C8B-B14F-4D97-AF65-F5344CB8AC3E}">
        <p14:creationId xmlns:p14="http://schemas.microsoft.com/office/powerpoint/2010/main" val="2098165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2"/>
          </a:xfrm>
        </p:spPr>
        <p:txBody>
          <a:bodyPr anchor="b"/>
          <a:lstStyle>
            <a:lvl1pPr>
              <a:defRPr sz="5238"/>
            </a:lvl1pPr>
          </a:lstStyle>
          <a:p>
            <a:r>
              <a:rPr lang="en-US"/>
              <a:t>Click to edit Master title style</a:t>
            </a:r>
            <a:endParaRPr lang="en-US" dirty="0"/>
          </a:p>
        </p:txBody>
      </p:sp>
      <p:sp>
        <p:nvSpPr>
          <p:cNvPr id="3" name="Content Placeholder 2"/>
          <p:cNvSpPr>
            <a:spLocks noGrp="1"/>
          </p:cNvSpPr>
          <p:nvPr>
            <p:ph idx="1"/>
          </p:nvPr>
        </p:nvSpPr>
        <p:spPr>
          <a:xfrm>
            <a:off x="6427693" y="3078851"/>
            <a:ext cx="7654170" cy="15196233"/>
          </a:xfrm>
        </p:spPr>
        <p:txBody>
          <a:bodyPr/>
          <a:lstStyle>
            <a:lvl1pPr>
              <a:defRPr sz="5238"/>
            </a:lvl1pPr>
            <a:lvl2pPr>
              <a:defRPr sz="4583"/>
            </a:lvl2pPr>
            <a:lvl3pPr>
              <a:defRPr sz="3928"/>
            </a:lvl3pPr>
            <a:lvl4pPr>
              <a:defRPr sz="3274"/>
            </a:lvl4pPr>
            <a:lvl5pPr>
              <a:defRPr sz="3274"/>
            </a:lvl5pPr>
            <a:lvl6pPr>
              <a:defRPr sz="3274"/>
            </a:lvl6pPr>
            <a:lvl7pPr>
              <a:defRPr sz="3274"/>
            </a:lvl7pPr>
            <a:lvl8pPr>
              <a:defRPr sz="3274"/>
            </a:lvl8pPr>
            <a:lvl9pPr>
              <a:defRPr sz="327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41425" y="6415089"/>
            <a:ext cx="4876384" cy="11884743"/>
          </a:xfrm>
        </p:spPr>
        <p:txBody>
          <a:bodyPr/>
          <a:lstStyle>
            <a:lvl1pPr marL="0" indent="0">
              <a:buNone/>
              <a:defRPr sz="2619"/>
            </a:lvl1pPr>
            <a:lvl2pPr marL="748391" indent="0">
              <a:buNone/>
              <a:defRPr sz="2292"/>
            </a:lvl2pPr>
            <a:lvl3pPr marL="1496782" indent="0">
              <a:buNone/>
              <a:defRPr sz="1964"/>
            </a:lvl3pPr>
            <a:lvl4pPr marL="2245175" indent="0">
              <a:buNone/>
              <a:defRPr sz="1638"/>
            </a:lvl4pPr>
            <a:lvl5pPr marL="2993566" indent="0">
              <a:buNone/>
              <a:defRPr sz="1638"/>
            </a:lvl5pPr>
            <a:lvl6pPr marL="3741957" indent="0">
              <a:buNone/>
              <a:defRPr sz="1638"/>
            </a:lvl6pPr>
            <a:lvl7pPr marL="4490350" indent="0">
              <a:buNone/>
              <a:defRPr sz="1638"/>
            </a:lvl7pPr>
            <a:lvl8pPr marL="5238741" indent="0">
              <a:buNone/>
              <a:defRPr sz="1638"/>
            </a:lvl8pPr>
            <a:lvl9pPr marL="5987134" indent="0">
              <a:buNone/>
              <a:defRPr sz="1638"/>
            </a:lvl9pPr>
          </a:lstStyle>
          <a:p>
            <a:pPr lvl="0"/>
            <a:r>
              <a:rPr lang="en-US"/>
              <a:t>Click to edit Master text styles</a:t>
            </a:r>
          </a:p>
        </p:txBody>
      </p:sp>
      <p:sp>
        <p:nvSpPr>
          <p:cNvPr id="5" name="Date Placeholder 4"/>
          <p:cNvSpPr>
            <a:spLocks noGrp="1"/>
          </p:cNvSpPr>
          <p:nvPr>
            <p:ph type="dt" sz="half" idx="10"/>
          </p:nvPr>
        </p:nvSpPr>
        <p:spPr/>
        <p:txBody>
          <a:bodyPr/>
          <a:lstStyle/>
          <a:p>
            <a:fld id="{8453E2C6-8CDE-4FA4-9434-0173729C9153}" type="datetimeFigureOut">
              <a:rPr lang="en-IN" smtClean="0"/>
              <a:pPr/>
              <a:t>07-04-2025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pPr/>
              <a:t>‹#›</a:t>
            </a:fld>
            <a:endParaRPr lang="en-IN" dirty="0"/>
          </a:p>
        </p:txBody>
      </p:sp>
    </p:spTree>
    <p:extLst>
      <p:ext uri="{BB962C8B-B14F-4D97-AF65-F5344CB8AC3E}">
        <p14:creationId xmlns:p14="http://schemas.microsoft.com/office/powerpoint/2010/main" val="4259372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2"/>
          </a:xfrm>
        </p:spPr>
        <p:txBody>
          <a:bodyPr anchor="b"/>
          <a:lstStyle>
            <a:lvl1pPr>
              <a:defRPr sz="5238"/>
            </a:lvl1pPr>
          </a:lstStyle>
          <a:p>
            <a:r>
              <a:rPr lang="en-US"/>
              <a:t>Click to edit Master title style</a:t>
            </a:r>
            <a:endParaRPr lang="en-US" dirty="0"/>
          </a:p>
        </p:txBody>
      </p:sp>
      <p:sp>
        <p:nvSpPr>
          <p:cNvPr id="3" name="Picture Placeholder 2"/>
          <p:cNvSpPr>
            <a:spLocks noGrp="1" noChangeAspect="1"/>
          </p:cNvSpPr>
          <p:nvPr>
            <p:ph type="pic" idx="1"/>
          </p:nvPr>
        </p:nvSpPr>
        <p:spPr>
          <a:xfrm>
            <a:off x="6427693" y="3078851"/>
            <a:ext cx="7654170" cy="15196233"/>
          </a:xfrm>
        </p:spPr>
        <p:txBody>
          <a:bodyPr anchor="t"/>
          <a:lstStyle>
            <a:lvl1pPr marL="0" indent="0">
              <a:buNone/>
              <a:defRPr sz="5238"/>
            </a:lvl1pPr>
            <a:lvl2pPr marL="748391" indent="0">
              <a:buNone/>
              <a:defRPr sz="4583"/>
            </a:lvl2pPr>
            <a:lvl3pPr marL="1496782" indent="0">
              <a:buNone/>
              <a:defRPr sz="3928"/>
            </a:lvl3pPr>
            <a:lvl4pPr marL="2245175" indent="0">
              <a:buNone/>
              <a:defRPr sz="3274"/>
            </a:lvl4pPr>
            <a:lvl5pPr marL="2993566" indent="0">
              <a:buNone/>
              <a:defRPr sz="3274"/>
            </a:lvl5pPr>
            <a:lvl6pPr marL="3741957" indent="0">
              <a:buNone/>
              <a:defRPr sz="3274"/>
            </a:lvl6pPr>
            <a:lvl7pPr marL="4490350" indent="0">
              <a:buNone/>
              <a:defRPr sz="3274"/>
            </a:lvl7pPr>
            <a:lvl8pPr marL="5238741" indent="0">
              <a:buNone/>
              <a:defRPr sz="3274"/>
            </a:lvl8pPr>
            <a:lvl9pPr marL="5987134" indent="0">
              <a:buNone/>
              <a:defRPr sz="3274"/>
            </a:lvl9pPr>
          </a:lstStyle>
          <a:p>
            <a:r>
              <a:rPr lang="en-US" dirty="0"/>
              <a:t>Click icon to add picture</a:t>
            </a:r>
          </a:p>
        </p:txBody>
      </p:sp>
      <p:sp>
        <p:nvSpPr>
          <p:cNvPr id="4" name="Text Placeholder 3"/>
          <p:cNvSpPr>
            <a:spLocks noGrp="1"/>
          </p:cNvSpPr>
          <p:nvPr>
            <p:ph type="body" sz="half" idx="2"/>
          </p:nvPr>
        </p:nvSpPr>
        <p:spPr>
          <a:xfrm>
            <a:off x="1041425" y="6415089"/>
            <a:ext cx="4876384" cy="11884743"/>
          </a:xfrm>
        </p:spPr>
        <p:txBody>
          <a:bodyPr/>
          <a:lstStyle>
            <a:lvl1pPr marL="0" indent="0">
              <a:buNone/>
              <a:defRPr sz="2619"/>
            </a:lvl1pPr>
            <a:lvl2pPr marL="748391" indent="0">
              <a:buNone/>
              <a:defRPr sz="2292"/>
            </a:lvl2pPr>
            <a:lvl3pPr marL="1496782" indent="0">
              <a:buNone/>
              <a:defRPr sz="1964"/>
            </a:lvl3pPr>
            <a:lvl4pPr marL="2245175" indent="0">
              <a:buNone/>
              <a:defRPr sz="1638"/>
            </a:lvl4pPr>
            <a:lvl5pPr marL="2993566" indent="0">
              <a:buNone/>
              <a:defRPr sz="1638"/>
            </a:lvl5pPr>
            <a:lvl6pPr marL="3741957" indent="0">
              <a:buNone/>
              <a:defRPr sz="1638"/>
            </a:lvl6pPr>
            <a:lvl7pPr marL="4490350" indent="0">
              <a:buNone/>
              <a:defRPr sz="1638"/>
            </a:lvl7pPr>
            <a:lvl8pPr marL="5238741" indent="0">
              <a:buNone/>
              <a:defRPr sz="1638"/>
            </a:lvl8pPr>
            <a:lvl9pPr marL="5987134" indent="0">
              <a:buNone/>
              <a:defRPr sz="1638"/>
            </a:lvl9pPr>
          </a:lstStyle>
          <a:p>
            <a:pPr lvl="0"/>
            <a:r>
              <a:rPr lang="en-US"/>
              <a:t>Click to edit Master text styles</a:t>
            </a:r>
          </a:p>
        </p:txBody>
      </p:sp>
      <p:sp>
        <p:nvSpPr>
          <p:cNvPr id="5" name="Date Placeholder 4"/>
          <p:cNvSpPr>
            <a:spLocks noGrp="1"/>
          </p:cNvSpPr>
          <p:nvPr>
            <p:ph type="dt" sz="half" idx="10"/>
          </p:nvPr>
        </p:nvSpPr>
        <p:spPr/>
        <p:txBody>
          <a:bodyPr/>
          <a:lstStyle/>
          <a:p>
            <a:fld id="{8453E2C6-8CDE-4FA4-9434-0173729C9153}" type="datetimeFigureOut">
              <a:rPr lang="en-IN" smtClean="0"/>
              <a:pPr/>
              <a:t>07-04-2025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AA8FA1BF-A921-4444-88C6-9EFD5BFD1773}" type="slidenum">
              <a:rPr lang="en-IN" smtClean="0"/>
              <a:pPr/>
              <a:t>‹#›</a:t>
            </a:fld>
            <a:endParaRPr lang="en-IN" dirty="0"/>
          </a:p>
        </p:txBody>
      </p:sp>
    </p:spTree>
    <p:extLst>
      <p:ext uri="{BB962C8B-B14F-4D97-AF65-F5344CB8AC3E}">
        <p14:creationId xmlns:p14="http://schemas.microsoft.com/office/powerpoint/2010/main" val="3428484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pPr/>
              <a:t>07-04-2025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pPr/>
              <a:t>‹#›</a:t>
            </a:fld>
            <a:endParaRPr lang="en-IN" dirty="0"/>
          </a:p>
        </p:txBody>
      </p:sp>
    </p:spTree>
    <p:extLst>
      <p:ext uri="{BB962C8B-B14F-4D97-AF65-F5344CB8AC3E}">
        <p14:creationId xmlns:p14="http://schemas.microsoft.com/office/powerpoint/2010/main" val="3990344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5" y="1138481"/>
            <a:ext cx="3260110" cy="1812163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39457" y="1138481"/>
            <a:ext cx="9591338" cy="181216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3E2C6-8CDE-4FA4-9434-0173729C9153}" type="datetimeFigureOut">
              <a:rPr lang="en-IN" smtClean="0"/>
              <a:pPr/>
              <a:t>07-04-2025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8FA1BF-A921-4444-88C6-9EFD5BFD1773}" type="slidenum">
              <a:rPr lang="en-IN" smtClean="0"/>
              <a:pPr/>
              <a:t>‹#›</a:t>
            </a:fld>
            <a:endParaRPr lang="en-IN" dirty="0"/>
          </a:p>
        </p:txBody>
      </p:sp>
    </p:spTree>
    <p:extLst>
      <p:ext uri="{BB962C8B-B14F-4D97-AF65-F5344CB8AC3E}">
        <p14:creationId xmlns:p14="http://schemas.microsoft.com/office/powerpoint/2010/main" val="710073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7" y="1138485"/>
            <a:ext cx="13040440" cy="413318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39457" y="5692402"/>
            <a:ext cx="13040440" cy="13567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9455" y="19819460"/>
            <a:ext cx="3401854" cy="1138479"/>
          </a:xfrm>
          <a:prstGeom prst="rect">
            <a:avLst/>
          </a:prstGeom>
        </p:spPr>
        <p:txBody>
          <a:bodyPr vert="horz" lIns="91440" tIns="45720" rIns="91440" bIns="45720" rtlCol="0" anchor="ctr"/>
          <a:lstStyle>
            <a:lvl1pPr algn="l">
              <a:defRPr sz="1964">
                <a:solidFill>
                  <a:schemeClr val="tx1">
                    <a:tint val="75000"/>
                  </a:schemeClr>
                </a:solidFill>
              </a:defRPr>
            </a:lvl1pPr>
          </a:lstStyle>
          <a:p>
            <a:fld id="{8453E2C6-8CDE-4FA4-9434-0173729C9153}" type="datetimeFigureOut">
              <a:rPr lang="en-IN" smtClean="0"/>
              <a:pPr/>
              <a:t>07-04-2025</a:t>
            </a:fld>
            <a:endParaRPr lang="en-IN" dirty="0"/>
          </a:p>
        </p:txBody>
      </p:sp>
      <p:sp>
        <p:nvSpPr>
          <p:cNvPr id="5" name="Footer Placeholder 4"/>
          <p:cNvSpPr>
            <a:spLocks noGrp="1"/>
          </p:cNvSpPr>
          <p:nvPr>
            <p:ph type="ftr" sz="quarter" idx="3"/>
          </p:nvPr>
        </p:nvSpPr>
        <p:spPr>
          <a:xfrm>
            <a:off x="5008287" y="19819460"/>
            <a:ext cx="5102781" cy="1138479"/>
          </a:xfrm>
          <a:prstGeom prst="rect">
            <a:avLst/>
          </a:prstGeom>
        </p:spPr>
        <p:txBody>
          <a:bodyPr vert="horz" lIns="91440" tIns="45720" rIns="91440" bIns="45720" rtlCol="0" anchor="ctr"/>
          <a:lstStyle>
            <a:lvl1pPr algn="ctr">
              <a:defRPr sz="1964">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10678041" y="19819460"/>
            <a:ext cx="3401854" cy="1138479"/>
          </a:xfrm>
          <a:prstGeom prst="rect">
            <a:avLst/>
          </a:prstGeom>
        </p:spPr>
        <p:txBody>
          <a:bodyPr vert="horz" lIns="91440" tIns="45720" rIns="91440" bIns="45720" rtlCol="0" anchor="ctr"/>
          <a:lstStyle>
            <a:lvl1pPr algn="r">
              <a:defRPr sz="1964">
                <a:solidFill>
                  <a:schemeClr val="tx1">
                    <a:tint val="75000"/>
                  </a:schemeClr>
                </a:solidFill>
              </a:defRPr>
            </a:lvl1pPr>
          </a:lstStyle>
          <a:p>
            <a:fld id="{AA8FA1BF-A921-4444-88C6-9EFD5BFD1773}" type="slidenum">
              <a:rPr lang="en-IN" smtClean="0"/>
              <a:pPr/>
              <a:t>‹#›</a:t>
            </a:fld>
            <a:endParaRPr lang="en-IN" dirty="0"/>
          </a:p>
        </p:txBody>
      </p:sp>
    </p:spTree>
    <p:extLst>
      <p:ext uri="{BB962C8B-B14F-4D97-AF65-F5344CB8AC3E}">
        <p14:creationId xmlns:p14="http://schemas.microsoft.com/office/powerpoint/2010/main" val="287361465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496782" rtl="0" eaLnBrk="1" latinLnBrk="0" hangingPunct="1">
        <a:lnSpc>
          <a:spcPct val="90000"/>
        </a:lnSpc>
        <a:spcBef>
          <a:spcPct val="0"/>
        </a:spcBef>
        <a:buNone/>
        <a:defRPr sz="7202" kern="1200">
          <a:solidFill>
            <a:schemeClr val="tx1"/>
          </a:solidFill>
          <a:latin typeface="+mj-lt"/>
          <a:ea typeface="+mj-ea"/>
          <a:cs typeface="+mj-cs"/>
        </a:defRPr>
      </a:lvl1pPr>
    </p:titleStyle>
    <p:bodyStyle>
      <a:lvl1pPr marL="374196" indent="-374196" algn="l" defTabSz="1496782" rtl="0" eaLnBrk="1" latinLnBrk="0" hangingPunct="1">
        <a:lnSpc>
          <a:spcPct val="90000"/>
        </a:lnSpc>
        <a:spcBef>
          <a:spcPts val="1638"/>
        </a:spcBef>
        <a:buFont typeface="Arial" panose="020B0604020202020204" pitchFamily="34" charset="0"/>
        <a:buChar char="•"/>
        <a:defRPr sz="4583" kern="1200">
          <a:solidFill>
            <a:schemeClr val="tx1"/>
          </a:solidFill>
          <a:latin typeface="+mn-lt"/>
          <a:ea typeface="+mn-ea"/>
          <a:cs typeface="+mn-cs"/>
        </a:defRPr>
      </a:lvl1pPr>
      <a:lvl2pPr marL="1122588" indent="-374196" algn="l" defTabSz="1496782" rtl="0" eaLnBrk="1" latinLnBrk="0" hangingPunct="1">
        <a:lnSpc>
          <a:spcPct val="90000"/>
        </a:lnSpc>
        <a:spcBef>
          <a:spcPts val="819"/>
        </a:spcBef>
        <a:buFont typeface="Arial" panose="020B0604020202020204" pitchFamily="34" charset="0"/>
        <a:buChar char="•"/>
        <a:defRPr sz="3928" kern="1200">
          <a:solidFill>
            <a:schemeClr val="tx1"/>
          </a:solidFill>
          <a:latin typeface="+mn-lt"/>
          <a:ea typeface="+mn-ea"/>
          <a:cs typeface="+mn-cs"/>
        </a:defRPr>
      </a:lvl2pPr>
      <a:lvl3pPr marL="1870979" indent="-374196" algn="l" defTabSz="1496782" rtl="0" eaLnBrk="1" latinLnBrk="0" hangingPunct="1">
        <a:lnSpc>
          <a:spcPct val="90000"/>
        </a:lnSpc>
        <a:spcBef>
          <a:spcPts val="819"/>
        </a:spcBef>
        <a:buFont typeface="Arial" panose="020B0604020202020204" pitchFamily="34" charset="0"/>
        <a:buChar char="•"/>
        <a:defRPr sz="3274" kern="1200">
          <a:solidFill>
            <a:schemeClr val="tx1"/>
          </a:solidFill>
          <a:latin typeface="+mn-lt"/>
          <a:ea typeface="+mn-ea"/>
          <a:cs typeface="+mn-cs"/>
        </a:defRPr>
      </a:lvl3pPr>
      <a:lvl4pPr marL="2619371" indent="-374196" algn="l" defTabSz="1496782" rtl="0" eaLnBrk="1" latinLnBrk="0" hangingPunct="1">
        <a:lnSpc>
          <a:spcPct val="90000"/>
        </a:lnSpc>
        <a:spcBef>
          <a:spcPts val="819"/>
        </a:spcBef>
        <a:buFont typeface="Arial" panose="020B0604020202020204" pitchFamily="34" charset="0"/>
        <a:buChar char="•"/>
        <a:defRPr sz="2946" kern="1200">
          <a:solidFill>
            <a:schemeClr val="tx1"/>
          </a:solidFill>
          <a:latin typeface="+mn-lt"/>
          <a:ea typeface="+mn-ea"/>
          <a:cs typeface="+mn-cs"/>
        </a:defRPr>
      </a:lvl4pPr>
      <a:lvl5pPr marL="3367763" indent="-374196" algn="l" defTabSz="1496782" rtl="0" eaLnBrk="1" latinLnBrk="0" hangingPunct="1">
        <a:lnSpc>
          <a:spcPct val="90000"/>
        </a:lnSpc>
        <a:spcBef>
          <a:spcPts val="819"/>
        </a:spcBef>
        <a:buFont typeface="Arial" panose="020B0604020202020204" pitchFamily="34" charset="0"/>
        <a:buChar char="•"/>
        <a:defRPr sz="2946" kern="1200">
          <a:solidFill>
            <a:schemeClr val="tx1"/>
          </a:solidFill>
          <a:latin typeface="+mn-lt"/>
          <a:ea typeface="+mn-ea"/>
          <a:cs typeface="+mn-cs"/>
        </a:defRPr>
      </a:lvl5pPr>
      <a:lvl6pPr marL="4116154" indent="-374196" algn="l" defTabSz="1496782" rtl="0" eaLnBrk="1" latinLnBrk="0" hangingPunct="1">
        <a:lnSpc>
          <a:spcPct val="90000"/>
        </a:lnSpc>
        <a:spcBef>
          <a:spcPts val="819"/>
        </a:spcBef>
        <a:buFont typeface="Arial" panose="020B0604020202020204" pitchFamily="34" charset="0"/>
        <a:buChar char="•"/>
        <a:defRPr sz="2946" kern="1200">
          <a:solidFill>
            <a:schemeClr val="tx1"/>
          </a:solidFill>
          <a:latin typeface="+mn-lt"/>
          <a:ea typeface="+mn-ea"/>
          <a:cs typeface="+mn-cs"/>
        </a:defRPr>
      </a:lvl6pPr>
      <a:lvl7pPr marL="4864545" indent="-374196" algn="l" defTabSz="1496782" rtl="0" eaLnBrk="1" latinLnBrk="0" hangingPunct="1">
        <a:lnSpc>
          <a:spcPct val="90000"/>
        </a:lnSpc>
        <a:spcBef>
          <a:spcPts val="819"/>
        </a:spcBef>
        <a:buFont typeface="Arial" panose="020B0604020202020204" pitchFamily="34" charset="0"/>
        <a:buChar char="•"/>
        <a:defRPr sz="2946" kern="1200">
          <a:solidFill>
            <a:schemeClr val="tx1"/>
          </a:solidFill>
          <a:latin typeface="+mn-lt"/>
          <a:ea typeface="+mn-ea"/>
          <a:cs typeface="+mn-cs"/>
        </a:defRPr>
      </a:lvl7pPr>
      <a:lvl8pPr marL="5612938" indent="-374196" algn="l" defTabSz="1496782" rtl="0" eaLnBrk="1" latinLnBrk="0" hangingPunct="1">
        <a:lnSpc>
          <a:spcPct val="90000"/>
        </a:lnSpc>
        <a:spcBef>
          <a:spcPts val="819"/>
        </a:spcBef>
        <a:buFont typeface="Arial" panose="020B0604020202020204" pitchFamily="34" charset="0"/>
        <a:buChar char="•"/>
        <a:defRPr sz="2946" kern="1200">
          <a:solidFill>
            <a:schemeClr val="tx1"/>
          </a:solidFill>
          <a:latin typeface="+mn-lt"/>
          <a:ea typeface="+mn-ea"/>
          <a:cs typeface="+mn-cs"/>
        </a:defRPr>
      </a:lvl8pPr>
      <a:lvl9pPr marL="6361329" indent="-374196" algn="l" defTabSz="1496782" rtl="0" eaLnBrk="1" latinLnBrk="0" hangingPunct="1">
        <a:lnSpc>
          <a:spcPct val="90000"/>
        </a:lnSpc>
        <a:spcBef>
          <a:spcPts val="819"/>
        </a:spcBef>
        <a:buFont typeface="Arial" panose="020B0604020202020204" pitchFamily="34" charset="0"/>
        <a:buChar char="•"/>
        <a:defRPr sz="2946" kern="1200">
          <a:solidFill>
            <a:schemeClr val="tx1"/>
          </a:solidFill>
          <a:latin typeface="+mn-lt"/>
          <a:ea typeface="+mn-ea"/>
          <a:cs typeface="+mn-cs"/>
        </a:defRPr>
      </a:lvl9pPr>
    </p:bodyStyle>
    <p:otherStyle>
      <a:defPPr>
        <a:defRPr lang="en-US"/>
      </a:defPPr>
      <a:lvl1pPr marL="0" algn="l" defTabSz="1496782" rtl="0" eaLnBrk="1" latinLnBrk="0" hangingPunct="1">
        <a:defRPr sz="2946" kern="1200">
          <a:solidFill>
            <a:schemeClr val="tx1"/>
          </a:solidFill>
          <a:latin typeface="+mn-lt"/>
          <a:ea typeface="+mn-ea"/>
          <a:cs typeface="+mn-cs"/>
        </a:defRPr>
      </a:lvl1pPr>
      <a:lvl2pPr marL="748391" algn="l" defTabSz="1496782" rtl="0" eaLnBrk="1" latinLnBrk="0" hangingPunct="1">
        <a:defRPr sz="2946" kern="1200">
          <a:solidFill>
            <a:schemeClr val="tx1"/>
          </a:solidFill>
          <a:latin typeface="+mn-lt"/>
          <a:ea typeface="+mn-ea"/>
          <a:cs typeface="+mn-cs"/>
        </a:defRPr>
      </a:lvl2pPr>
      <a:lvl3pPr marL="1496782" algn="l" defTabSz="1496782" rtl="0" eaLnBrk="1" latinLnBrk="0" hangingPunct="1">
        <a:defRPr sz="2946" kern="1200">
          <a:solidFill>
            <a:schemeClr val="tx1"/>
          </a:solidFill>
          <a:latin typeface="+mn-lt"/>
          <a:ea typeface="+mn-ea"/>
          <a:cs typeface="+mn-cs"/>
        </a:defRPr>
      </a:lvl3pPr>
      <a:lvl4pPr marL="2245175" algn="l" defTabSz="1496782" rtl="0" eaLnBrk="1" latinLnBrk="0" hangingPunct="1">
        <a:defRPr sz="2946" kern="1200">
          <a:solidFill>
            <a:schemeClr val="tx1"/>
          </a:solidFill>
          <a:latin typeface="+mn-lt"/>
          <a:ea typeface="+mn-ea"/>
          <a:cs typeface="+mn-cs"/>
        </a:defRPr>
      </a:lvl4pPr>
      <a:lvl5pPr marL="2993566" algn="l" defTabSz="1496782" rtl="0" eaLnBrk="1" latinLnBrk="0" hangingPunct="1">
        <a:defRPr sz="2946" kern="1200">
          <a:solidFill>
            <a:schemeClr val="tx1"/>
          </a:solidFill>
          <a:latin typeface="+mn-lt"/>
          <a:ea typeface="+mn-ea"/>
          <a:cs typeface="+mn-cs"/>
        </a:defRPr>
      </a:lvl5pPr>
      <a:lvl6pPr marL="3741957" algn="l" defTabSz="1496782" rtl="0" eaLnBrk="1" latinLnBrk="0" hangingPunct="1">
        <a:defRPr sz="2946" kern="1200">
          <a:solidFill>
            <a:schemeClr val="tx1"/>
          </a:solidFill>
          <a:latin typeface="+mn-lt"/>
          <a:ea typeface="+mn-ea"/>
          <a:cs typeface="+mn-cs"/>
        </a:defRPr>
      </a:lvl6pPr>
      <a:lvl7pPr marL="4490350" algn="l" defTabSz="1496782" rtl="0" eaLnBrk="1" latinLnBrk="0" hangingPunct="1">
        <a:defRPr sz="2946" kern="1200">
          <a:solidFill>
            <a:schemeClr val="tx1"/>
          </a:solidFill>
          <a:latin typeface="+mn-lt"/>
          <a:ea typeface="+mn-ea"/>
          <a:cs typeface="+mn-cs"/>
        </a:defRPr>
      </a:lvl7pPr>
      <a:lvl8pPr marL="5238741" algn="l" defTabSz="1496782" rtl="0" eaLnBrk="1" latinLnBrk="0" hangingPunct="1">
        <a:defRPr sz="2946" kern="1200">
          <a:solidFill>
            <a:schemeClr val="tx1"/>
          </a:solidFill>
          <a:latin typeface="+mn-lt"/>
          <a:ea typeface="+mn-ea"/>
          <a:cs typeface="+mn-cs"/>
        </a:defRPr>
      </a:lvl8pPr>
      <a:lvl9pPr marL="5987134" algn="l" defTabSz="1496782" rtl="0" eaLnBrk="1" latinLnBrk="0" hangingPunct="1">
        <a:defRPr sz="294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hyperlink" Target="mailto:amrit.pal@vit.ac.in" TargetMode="External"/><Relationship Id="rId5" Type="http://schemas.openxmlformats.org/officeDocument/2006/relationships/hyperlink" Target="mailto:bhuvan.kapoor2023@vitstudent.ac.in" TargetMode="External"/><Relationship Id="rId10"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6254" y="144696"/>
            <a:ext cx="14863764" cy="20927993"/>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51" dirty="0"/>
          </a:p>
        </p:txBody>
      </p:sp>
      <p:sp>
        <p:nvSpPr>
          <p:cNvPr id="6" name="Title 3"/>
          <p:cNvSpPr txBox="1">
            <a:spLocks/>
          </p:cNvSpPr>
          <p:nvPr/>
        </p:nvSpPr>
        <p:spPr>
          <a:xfrm>
            <a:off x="1356991" y="1102481"/>
            <a:ext cx="12330504" cy="793654"/>
          </a:xfrm>
          <a:prstGeom prst="rect">
            <a:avLst/>
          </a:prstGeom>
        </p:spPr>
        <p:txBody>
          <a:bodyPr vert="horz" lIns="64004" tIns="32003" rIns="64004" bIns="32003" rtlCol="0" anchor="ctr">
            <a:noAutofit/>
          </a:bodyPr>
          <a:lst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a:lstStyle>
          <a:p>
            <a:pPr algn="ctr"/>
            <a:r>
              <a:rPr lang="en-US" sz="2800" b="1" dirty="0">
                <a:latin typeface="Times New Roman" panose="02020603050405020304" pitchFamily="18" charset="0"/>
                <a:cs typeface="Times New Roman" panose="02020603050405020304" pitchFamily="18" charset="0"/>
              </a:rPr>
              <a:t>Automated Vehicle Damage Detection and Cost Analysis using Computer Vision</a:t>
            </a:r>
          </a:p>
        </p:txBody>
      </p:sp>
      <p:sp>
        <p:nvSpPr>
          <p:cNvPr id="7" name="Text Placeholder 22"/>
          <p:cNvSpPr txBox="1">
            <a:spLocks/>
          </p:cNvSpPr>
          <p:nvPr/>
        </p:nvSpPr>
        <p:spPr>
          <a:xfrm>
            <a:off x="2116195" y="1779752"/>
            <a:ext cx="4030603" cy="484833"/>
          </a:xfrm>
          <a:prstGeom prst="rect">
            <a:avLst/>
          </a:prstGeom>
        </p:spPr>
        <p:txBody>
          <a:bodyPr/>
          <a:lst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a:lstStyle>
          <a:p>
            <a:pPr marL="0" indent="0" algn="ctr">
              <a:buNone/>
            </a:pPr>
            <a:r>
              <a:rPr lang="en-US" sz="2200" dirty="0">
                <a:latin typeface="Times New Roman" panose="02020603050405020304" pitchFamily="18" charset="0"/>
                <a:cs typeface="Times New Roman" panose="02020603050405020304" pitchFamily="18" charset="0"/>
              </a:rPr>
              <a:t>Bhuvan Kapoor</a:t>
            </a:r>
          </a:p>
        </p:txBody>
      </p:sp>
      <p:sp>
        <p:nvSpPr>
          <p:cNvPr id="10" name="Content Placeholder 10"/>
          <p:cNvSpPr txBox="1">
            <a:spLocks/>
          </p:cNvSpPr>
          <p:nvPr/>
        </p:nvSpPr>
        <p:spPr>
          <a:xfrm>
            <a:off x="190469" y="8557158"/>
            <a:ext cx="7257559" cy="12385123"/>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36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endParaRPr lang="en-IN" sz="1680" dirty="0">
              <a:latin typeface="Times New Roman" panose="02020603050405020304" pitchFamily="18" charset="0"/>
              <a:cs typeface="Times New Roman" panose="02020603050405020304" pitchFamily="18" charset="0"/>
            </a:endParaRPr>
          </a:p>
        </p:txBody>
      </p:sp>
      <p:sp>
        <p:nvSpPr>
          <p:cNvPr id="3" name="Rectangle 2"/>
          <p:cNvSpPr/>
          <p:nvPr/>
        </p:nvSpPr>
        <p:spPr>
          <a:xfrm>
            <a:off x="70142" y="5173988"/>
            <a:ext cx="2791149" cy="480131"/>
          </a:xfrm>
          <a:prstGeom prst="rect">
            <a:avLst/>
          </a:prstGeom>
        </p:spPr>
        <p:txBody>
          <a:bodyPr wrap="square">
            <a:spAutoFit/>
          </a:bodyPr>
          <a:lstStyle/>
          <a:p>
            <a:pPr algn="ctr"/>
            <a:r>
              <a:rPr lang="en-US" sz="2520" dirty="0">
                <a:solidFill>
                  <a:srgbClr val="FF0000"/>
                </a:solidFill>
                <a:latin typeface="Times New Roman" panose="02020603050405020304" pitchFamily="18" charset="0"/>
                <a:cs typeface="Times New Roman" panose="02020603050405020304" pitchFamily="18" charset="0"/>
              </a:rPr>
              <a:t>Scope of the Project</a:t>
            </a:r>
          </a:p>
        </p:txBody>
      </p:sp>
      <p:sp>
        <p:nvSpPr>
          <p:cNvPr id="12" name="Rectangle 11"/>
          <p:cNvSpPr/>
          <p:nvPr/>
        </p:nvSpPr>
        <p:spPr>
          <a:xfrm>
            <a:off x="7561215" y="2425277"/>
            <a:ext cx="1133645" cy="480131"/>
          </a:xfrm>
          <a:prstGeom prst="rect">
            <a:avLst/>
          </a:prstGeom>
        </p:spPr>
        <p:txBody>
          <a:bodyPr wrap="none">
            <a:spAutoFit/>
          </a:bodyPr>
          <a:lstStyle/>
          <a:p>
            <a:pPr algn="ctr"/>
            <a:r>
              <a:rPr lang="en-US" sz="2520" dirty="0">
                <a:solidFill>
                  <a:srgbClr val="FF0000"/>
                </a:solidFill>
                <a:latin typeface="Times New Roman" panose="02020603050405020304" pitchFamily="18" charset="0"/>
                <a:cs typeface="Times New Roman" panose="02020603050405020304" pitchFamily="18" charset="0"/>
              </a:rPr>
              <a:t>Results</a:t>
            </a:r>
          </a:p>
        </p:txBody>
      </p:sp>
      <p:sp>
        <p:nvSpPr>
          <p:cNvPr id="13" name="Rectangle 12"/>
          <p:cNvSpPr/>
          <p:nvPr/>
        </p:nvSpPr>
        <p:spPr>
          <a:xfrm>
            <a:off x="102577" y="8087452"/>
            <a:ext cx="1949444" cy="480131"/>
          </a:xfrm>
          <a:prstGeom prst="rect">
            <a:avLst/>
          </a:prstGeom>
        </p:spPr>
        <p:txBody>
          <a:bodyPr wrap="none">
            <a:spAutoFit/>
          </a:bodyPr>
          <a:lstStyle/>
          <a:p>
            <a:r>
              <a:rPr lang="en-US" altLang="zh-CN" sz="2520" dirty="0">
                <a:solidFill>
                  <a:srgbClr val="FF0000"/>
                </a:solidFill>
                <a:latin typeface="Times New Roman" panose="02020603050405020304" pitchFamily="18" charset="0"/>
                <a:cs typeface="Times New Roman" panose="02020603050405020304" pitchFamily="18" charset="0"/>
              </a:rPr>
              <a:t>Methodology</a:t>
            </a:r>
          </a:p>
        </p:txBody>
      </p:sp>
      <p:sp>
        <p:nvSpPr>
          <p:cNvPr id="14" name="Content Placeholder 10"/>
          <p:cNvSpPr txBox="1">
            <a:spLocks/>
          </p:cNvSpPr>
          <p:nvPr/>
        </p:nvSpPr>
        <p:spPr>
          <a:xfrm>
            <a:off x="190469" y="5633883"/>
            <a:ext cx="7257559" cy="2187049"/>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36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pPr algn="just"/>
            <a:r>
              <a:rPr lang="en-US" sz="1680" dirty="0">
                <a:latin typeface="Times New Roman" panose="02020603050405020304" pitchFamily="18" charset="0"/>
                <a:cs typeface="Times New Roman" panose="02020603050405020304" pitchFamily="18" charset="0"/>
              </a:rPr>
              <a:t>This project focuses on developing an automated system for vehicle damage detection and cost estimation using computer vision and deep learning techniques. The system detects and segments damages such as dents, scratches, and cracks from vehicle images, identifies the affected car parts, and matches them to a repair cost database based on the vehicle’s brand and model. It covers the complete workflow from image input to final cost output, designed for integration into insurance, service center, or customer-facing applications. The project is scalable, supports multiple damage types and vehicle models, and aims to reduce manual effort and improve accuracy in damage assessment.</a:t>
            </a:r>
          </a:p>
        </p:txBody>
      </p:sp>
      <p:sp>
        <p:nvSpPr>
          <p:cNvPr id="21" name="Text Placeholder 68"/>
          <p:cNvSpPr txBox="1">
            <a:spLocks/>
          </p:cNvSpPr>
          <p:nvPr/>
        </p:nvSpPr>
        <p:spPr>
          <a:xfrm>
            <a:off x="178777" y="2841487"/>
            <a:ext cx="7257560" cy="2187049"/>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pPr algn="just"/>
            <a:r>
              <a:rPr lang="en-US" sz="1680" dirty="0">
                <a:latin typeface="Times New Roman" panose="02020603050405020304" pitchFamily="18" charset="0"/>
                <a:cs typeface="Times New Roman" panose="02020603050405020304" pitchFamily="18" charset="0"/>
              </a:rPr>
              <a:t>Manual vehicle damage assessment is often slow, subjective, and error-prone, leading to delays in insurance claims and repair processes. This project proposes an automated system for vehicle damage detection and cost estimation using deep learning. By applying object detection and segmentation models, the system identifies damage types—such as dents, scratches, and cracks—and maps them to specific car parts. It then estimates repair costs based on the car's brand and model using a predefined cost database. This approach enhances accuracy, speeds up assessments, and ensures consistency, offering a scalable solution for modernizing vehicle inspection and repair workflows.</a:t>
            </a:r>
          </a:p>
        </p:txBody>
      </p:sp>
      <p:sp>
        <p:nvSpPr>
          <p:cNvPr id="22" name="Rectangle 21"/>
          <p:cNvSpPr/>
          <p:nvPr/>
        </p:nvSpPr>
        <p:spPr>
          <a:xfrm>
            <a:off x="21644" y="2389801"/>
            <a:ext cx="3461268" cy="480131"/>
          </a:xfrm>
          <a:prstGeom prst="rect">
            <a:avLst/>
          </a:prstGeom>
        </p:spPr>
        <p:txBody>
          <a:bodyPr wrap="none">
            <a:spAutoFit/>
          </a:bodyPr>
          <a:lstStyle/>
          <a:p>
            <a:pPr algn="ctr"/>
            <a:r>
              <a:rPr lang="en-US" sz="2520" dirty="0">
                <a:solidFill>
                  <a:srgbClr val="FF0000"/>
                </a:solidFill>
                <a:latin typeface="Times New Roman" panose="02020603050405020304" pitchFamily="18" charset="0"/>
                <a:cs typeface="Times New Roman" panose="02020603050405020304" pitchFamily="18" charset="0"/>
              </a:rPr>
              <a:t>Motivation/ Introduction</a:t>
            </a:r>
          </a:p>
        </p:txBody>
      </p:sp>
      <p:sp>
        <p:nvSpPr>
          <p:cNvPr id="27" name="Text Placeholder 68"/>
          <p:cNvSpPr txBox="1">
            <a:spLocks/>
          </p:cNvSpPr>
          <p:nvPr/>
        </p:nvSpPr>
        <p:spPr>
          <a:xfrm>
            <a:off x="7591624" y="12994459"/>
            <a:ext cx="7311823" cy="3902090"/>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pPr algn="just"/>
            <a:r>
              <a:rPr lang="en-US" sz="1680" dirty="0">
                <a:latin typeface="Times New Roman" panose="02020603050405020304" pitchFamily="18" charset="0"/>
                <a:cs typeface="Times New Roman" panose="02020603050405020304" pitchFamily="18" charset="0"/>
              </a:rPr>
              <a:t>This project offers an automated solution for Vehicle Damage Detection and Cost Analysis using computer vision. Traditional damage assessment methods are manual and often unreliable. To address this, the system uses a YOLOv11 segmentation model to detect and classify damage types—such as dents, scratches, and cracks—and a YOLOv11 detection model to identify affected vehicle parts.</a:t>
            </a:r>
          </a:p>
          <a:p>
            <a:pPr algn="just"/>
            <a:r>
              <a:rPr lang="en-US" sz="1680" dirty="0">
                <a:latin typeface="Times New Roman" panose="02020603050405020304" pitchFamily="18" charset="0"/>
                <a:cs typeface="Times New Roman" panose="02020603050405020304" pitchFamily="18" charset="0"/>
              </a:rPr>
              <a:t>By mapping damage to parts using Euclidean distance, and referencing a predefined cost database based on vehicle brand and model, the system delivers fast, accurate, and transparent repair cost estimates. A user-friendly </a:t>
            </a:r>
            <a:r>
              <a:rPr lang="en-US" sz="1680" dirty="0" err="1">
                <a:latin typeface="Times New Roman" panose="02020603050405020304" pitchFamily="18" charset="0"/>
                <a:cs typeface="Times New Roman" panose="02020603050405020304" pitchFamily="18" charset="0"/>
              </a:rPr>
              <a:t>Streamlit</a:t>
            </a:r>
            <a:r>
              <a:rPr lang="en-US" sz="1680" dirty="0">
                <a:latin typeface="Times New Roman" panose="02020603050405020304" pitchFamily="18" charset="0"/>
                <a:cs typeface="Times New Roman" panose="02020603050405020304" pitchFamily="18" charset="0"/>
              </a:rPr>
              <a:t> interface enables seamless input and output interaction.</a:t>
            </a:r>
          </a:p>
          <a:p>
            <a:pPr algn="just"/>
            <a:r>
              <a:rPr lang="en-US" sz="1680" dirty="0">
                <a:latin typeface="Times New Roman" panose="02020603050405020304" pitchFamily="18" charset="0"/>
                <a:cs typeface="Times New Roman" panose="02020603050405020304" pitchFamily="18" charset="0"/>
              </a:rPr>
              <a:t>This automated pipeline significantly reduces assessment time, minimizes human error, and enhances reliability. It holds practical value for insurance platforms, vehicle service centers, and end-users. Future enhancements could include expanding vehicle coverage, real-time analysis, and integration with insurance systems for end-to-end claim automation.</a:t>
            </a:r>
          </a:p>
        </p:txBody>
      </p:sp>
      <p:sp>
        <p:nvSpPr>
          <p:cNvPr id="29" name="Rectangle 28"/>
          <p:cNvSpPr/>
          <p:nvPr/>
        </p:nvSpPr>
        <p:spPr>
          <a:xfrm>
            <a:off x="7542104" y="12514328"/>
            <a:ext cx="3065262" cy="480131"/>
          </a:xfrm>
          <a:prstGeom prst="rect">
            <a:avLst/>
          </a:prstGeom>
        </p:spPr>
        <p:txBody>
          <a:bodyPr wrap="none">
            <a:spAutoFit/>
          </a:bodyPr>
          <a:lstStyle/>
          <a:p>
            <a:pPr algn="ctr"/>
            <a:r>
              <a:rPr lang="en-US" sz="2520" dirty="0">
                <a:solidFill>
                  <a:srgbClr val="FF0000"/>
                </a:solidFill>
                <a:latin typeface="Times New Roman" panose="02020603050405020304" pitchFamily="18" charset="0"/>
                <a:cs typeface="Times New Roman" panose="02020603050405020304" pitchFamily="18" charset="0"/>
              </a:rPr>
              <a:t>Conclusion/ Summary</a:t>
            </a:r>
          </a:p>
        </p:txBody>
      </p:sp>
      <p:sp>
        <p:nvSpPr>
          <p:cNvPr id="30" name="Rectangle 29"/>
          <p:cNvSpPr/>
          <p:nvPr/>
        </p:nvSpPr>
        <p:spPr>
          <a:xfrm>
            <a:off x="7522243" y="16846057"/>
            <a:ext cx="7197160" cy="480131"/>
          </a:xfrm>
          <a:prstGeom prst="rect">
            <a:avLst/>
          </a:prstGeom>
        </p:spPr>
        <p:txBody>
          <a:bodyPr wrap="square">
            <a:spAutoFit/>
          </a:bodyPr>
          <a:lstStyle/>
          <a:p>
            <a:r>
              <a:rPr lang="en-US" sz="2520" dirty="0">
                <a:solidFill>
                  <a:srgbClr val="FF0000"/>
                </a:solidFill>
                <a:latin typeface="Times New Roman" panose="02020603050405020304" pitchFamily="18" charset="0"/>
                <a:cs typeface="Times New Roman" panose="02020603050405020304" pitchFamily="18" charset="0"/>
              </a:rPr>
              <a:t>Contact Details</a:t>
            </a:r>
          </a:p>
        </p:txBody>
      </p:sp>
      <p:sp>
        <p:nvSpPr>
          <p:cNvPr id="1037" name="Rectangle 13"/>
          <p:cNvSpPr>
            <a:spLocks noChangeArrowheads="1"/>
          </p:cNvSpPr>
          <p:nvPr/>
        </p:nvSpPr>
        <p:spPr bwMode="auto">
          <a:xfrm>
            <a:off x="75832" y="17696"/>
            <a:ext cx="129323" cy="287897"/>
          </a:xfrm>
          <a:prstGeom prst="rect">
            <a:avLst/>
          </a:prstGeom>
          <a:noFill/>
          <a:ln w="9525">
            <a:noFill/>
            <a:miter lim="800000"/>
            <a:headEnd/>
            <a:tailEnd/>
          </a:ln>
          <a:effectLst/>
        </p:spPr>
        <p:txBody>
          <a:bodyPr vert="horz" wrap="none" lIns="64004" tIns="32003" rIns="64004" bIns="32003" numCol="1" anchor="ctr" anchorCtr="0" compatLnSpc="1">
            <a:prstTxWarp prst="textNoShape">
              <a:avLst/>
            </a:prstTxWarp>
            <a:spAutoFit/>
          </a:bodyPr>
          <a:lstStyle/>
          <a:p>
            <a:endParaRPr lang="en-US" sz="1451"/>
          </a:p>
        </p:txBody>
      </p:sp>
      <p:sp>
        <p:nvSpPr>
          <p:cNvPr id="1038" name="Rectangle 14"/>
          <p:cNvSpPr>
            <a:spLocks noChangeArrowheads="1"/>
          </p:cNvSpPr>
          <p:nvPr/>
        </p:nvSpPr>
        <p:spPr bwMode="auto">
          <a:xfrm>
            <a:off x="395854" y="479082"/>
            <a:ext cx="129323" cy="258530"/>
          </a:xfrm>
          <a:prstGeom prst="rect">
            <a:avLst/>
          </a:prstGeom>
          <a:noFill/>
          <a:ln w="9525">
            <a:noFill/>
            <a:miter lim="800000"/>
            <a:headEnd/>
            <a:tailEnd/>
          </a:ln>
          <a:effectLst/>
        </p:spPr>
        <p:txBody>
          <a:bodyPr vert="horz" wrap="none" lIns="64004" tIns="32003" rIns="64004" bIns="32003" numCol="1" anchor="ctr" anchorCtr="0" compatLnSpc="1">
            <a:prstTxWarp prst="textNoShape">
              <a:avLst/>
            </a:prstTxWarp>
            <a:spAutoFit/>
          </a:bodyPr>
          <a:lstStyle/>
          <a:p>
            <a:pPr defTabSz="640061" fontAlgn="base">
              <a:spcBef>
                <a:spcPct val="0"/>
              </a:spcBef>
              <a:spcAft>
                <a:spcPct val="0"/>
              </a:spcAft>
            </a:pPr>
            <a:endParaRPr lang="en-US" sz="1260">
              <a:latin typeface="Arial" pitchFamily="34" charset="0"/>
              <a:cs typeface="Arial" pitchFamily="34" charset="0"/>
            </a:endParaRPr>
          </a:p>
        </p:txBody>
      </p:sp>
      <p:pic>
        <p:nvPicPr>
          <p:cNvPr id="36" name="Picture 35">
            <a:extLst>
              <a:ext uri="{FF2B5EF4-FFF2-40B4-BE49-F238E27FC236}">
                <a16:creationId xmlns:a16="http://schemas.microsoft.com/office/drawing/2014/main" id="{2B5C1DDF-0C96-490F-907D-9EFF9B6289D2}"/>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520793" y="161775"/>
            <a:ext cx="1700153" cy="981065"/>
          </a:xfrm>
          <a:prstGeom prst="rect">
            <a:avLst/>
          </a:prstGeom>
          <a:noFill/>
          <a:ln>
            <a:noFill/>
          </a:ln>
          <a:effectLst/>
        </p:spPr>
      </p:pic>
      <p:pic>
        <p:nvPicPr>
          <p:cNvPr id="37" name="Picture 36">
            <a:extLst>
              <a:ext uri="{FF2B5EF4-FFF2-40B4-BE49-F238E27FC236}">
                <a16:creationId xmlns:a16="http://schemas.microsoft.com/office/drawing/2014/main" id="{357A9E33-D10A-4641-A157-D9D7B470D73E}"/>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716416" y="474053"/>
            <a:ext cx="2109843" cy="645180"/>
          </a:xfrm>
          <a:prstGeom prst="rect">
            <a:avLst/>
          </a:prstGeom>
          <a:noFill/>
        </p:spPr>
      </p:pic>
      <p:pic>
        <p:nvPicPr>
          <p:cNvPr id="38" name="Picture 37">
            <a:extLst>
              <a:ext uri="{FF2B5EF4-FFF2-40B4-BE49-F238E27FC236}">
                <a16:creationId xmlns:a16="http://schemas.microsoft.com/office/drawing/2014/main" id="{2D32EF9D-337C-4F5C-86DA-8638C5F38625}"/>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367772" y="258266"/>
            <a:ext cx="2028837" cy="840701"/>
          </a:xfrm>
          <a:prstGeom prst="rect">
            <a:avLst/>
          </a:prstGeom>
          <a:noFill/>
          <a:ln>
            <a:noFill/>
          </a:ln>
        </p:spPr>
      </p:pic>
      <p:sp>
        <p:nvSpPr>
          <p:cNvPr id="39" name="Text Placeholder 22">
            <a:extLst>
              <a:ext uri="{FF2B5EF4-FFF2-40B4-BE49-F238E27FC236}">
                <a16:creationId xmlns:a16="http://schemas.microsoft.com/office/drawing/2014/main" id="{AF285325-C98B-4C37-92A0-26A5F0AD1830}"/>
              </a:ext>
            </a:extLst>
          </p:cNvPr>
          <p:cNvSpPr txBox="1">
            <a:spLocks/>
          </p:cNvSpPr>
          <p:nvPr/>
        </p:nvSpPr>
        <p:spPr>
          <a:xfrm>
            <a:off x="8345180" y="2097335"/>
            <a:ext cx="5841786" cy="484833"/>
          </a:xfrm>
          <a:prstGeom prst="rect">
            <a:avLst/>
          </a:prstGeom>
        </p:spPr>
        <p:txBody>
          <a:bodyPr/>
          <a:lst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a:lstStyle>
          <a:p>
            <a:pPr marL="0" indent="0" algn="ctr">
              <a:buNone/>
            </a:pPr>
            <a:r>
              <a:rPr lang="en-GB" sz="2100" dirty="0">
                <a:latin typeface="Times New Roman" panose="02020603050405020304" pitchFamily="18" charset="0"/>
                <a:cs typeface="Times New Roman" panose="02020603050405020304" pitchFamily="18" charset="0"/>
              </a:rPr>
              <a:t>School of Computer Science and Engineering</a:t>
            </a:r>
            <a:endParaRPr lang="en-US" sz="2100" dirty="0">
              <a:latin typeface="Times New Roman" panose="02020603050405020304" pitchFamily="18" charset="0"/>
              <a:cs typeface="Times New Roman" panose="02020603050405020304" pitchFamily="18" charset="0"/>
            </a:endParaRPr>
          </a:p>
        </p:txBody>
      </p:sp>
      <p:sp>
        <p:nvSpPr>
          <p:cNvPr id="40" name="Text Placeholder 22">
            <a:extLst>
              <a:ext uri="{FF2B5EF4-FFF2-40B4-BE49-F238E27FC236}">
                <a16:creationId xmlns:a16="http://schemas.microsoft.com/office/drawing/2014/main" id="{53B7FABC-4806-496A-9E5A-763D3F207D40}"/>
              </a:ext>
            </a:extLst>
          </p:cNvPr>
          <p:cNvSpPr txBox="1">
            <a:spLocks/>
          </p:cNvSpPr>
          <p:nvPr/>
        </p:nvSpPr>
        <p:spPr>
          <a:xfrm>
            <a:off x="9145281" y="1802025"/>
            <a:ext cx="4030603" cy="484833"/>
          </a:xfrm>
          <a:prstGeom prst="rect">
            <a:avLst/>
          </a:prstGeom>
        </p:spPr>
        <p:txBody>
          <a:bodyPr/>
          <a:lst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a:lstStyle>
          <a:p>
            <a:pPr marL="0" indent="0" algn="ctr">
              <a:buNone/>
            </a:pPr>
            <a:r>
              <a:rPr lang="en-US" sz="2200" dirty="0">
                <a:latin typeface="Times New Roman" panose="02020603050405020304" pitchFamily="18" charset="0"/>
                <a:cs typeface="Times New Roman" panose="02020603050405020304" pitchFamily="18" charset="0"/>
              </a:rPr>
              <a:t>Dr. Amrit Pal</a:t>
            </a:r>
          </a:p>
        </p:txBody>
      </p:sp>
      <p:sp>
        <p:nvSpPr>
          <p:cNvPr id="41" name="Text Placeholder 22">
            <a:extLst>
              <a:ext uri="{FF2B5EF4-FFF2-40B4-BE49-F238E27FC236}">
                <a16:creationId xmlns:a16="http://schemas.microsoft.com/office/drawing/2014/main" id="{C1E212FB-10E8-416D-B3A6-28375111D8CD}"/>
              </a:ext>
            </a:extLst>
          </p:cNvPr>
          <p:cNvSpPr txBox="1">
            <a:spLocks/>
          </p:cNvSpPr>
          <p:nvPr/>
        </p:nvSpPr>
        <p:spPr>
          <a:xfrm>
            <a:off x="2103495" y="2097477"/>
            <a:ext cx="4030603" cy="484833"/>
          </a:xfrm>
          <a:prstGeom prst="rect">
            <a:avLst/>
          </a:prstGeom>
        </p:spPr>
        <p:txBody>
          <a:bodyPr/>
          <a:lst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a:lstStyle>
          <a:p>
            <a:pPr marL="0" indent="0" algn="ctr">
              <a:buNone/>
            </a:pPr>
            <a:r>
              <a:rPr lang="en-US" sz="2100" dirty="0">
                <a:latin typeface="Times New Roman" panose="02020603050405020304" pitchFamily="18" charset="0"/>
                <a:cs typeface="Times New Roman" panose="02020603050405020304" pitchFamily="18" charset="0"/>
              </a:rPr>
              <a:t>School of Advanced Sciences</a:t>
            </a:r>
          </a:p>
        </p:txBody>
      </p:sp>
      <p:sp>
        <p:nvSpPr>
          <p:cNvPr id="45" name="Content Placeholder 10">
            <a:extLst>
              <a:ext uri="{FF2B5EF4-FFF2-40B4-BE49-F238E27FC236}">
                <a16:creationId xmlns:a16="http://schemas.microsoft.com/office/drawing/2014/main" id="{C87AAFEB-7163-43D5-8CBD-314638D69D37}"/>
              </a:ext>
            </a:extLst>
          </p:cNvPr>
          <p:cNvSpPr txBox="1">
            <a:spLocks/>
          </p:cNvSpPr>
          <p:nvPr/>
        </p:nvSpPr>
        <p:spPr>
          <a:xfrm>
            <a:off x="261449" y="12471337"/>
            <a:ext cx="7110605" cy="8666126"/>
          </a:xfrm>
          <a:prstGeom prst="rect">
            <a:avLst/>
          </a:prstGeom>
          <a:noFill/>
          <a:ln w="15875">
            <a:noFill/>
          </a:ln>
        </p:spPr>
        <p:txBody>
          <a:bodyPr>
            <a:noAutofit/>
          </a:bodyPr>
          <a:lstStyle>
            <a:defPPr>
              <a:defRPr lang="en-US"/>
            </a:defPPr>
            <a:lvl1pPr indent="0" defTabSz="2138324">
              <a:lnSpc>
                <a:spcPct val="90000"/>
              </a:lnSpc>
              <a:spcBef>
                <a:spcPts val="2339"/>
              </a:spcBef>
              <a:buFont typeface="Arial" panose="020B0604020202020204" pitchFamily="34" charset="0"/>
              <a:buNone/>
              <a:defRPr sz="36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pPr algn="just"/>
            <a:r>
              <a:rPr lang="en-US" sz="1680" dirty="0">
                <a:latin typeface="Times New Roman" panose="02020603050405020304" pitchFamily="18" charset="0"/>
                <a:cs typeface="Times New Roman" panose="02020603050405020304" pitchFamily="18" charset="0"/>
              </a:rPr>
              <a:t>The proposed system for Vehicle Damage Detection and Cost Analysis follows a structured, multi-stage pipeline designed for accurate and efficient assessment of vehicle damage and estimation of repair costs. The process begins with user input through a </a:t>
            </a:r>
            <a:r>
              <a:rPr lang="en-US" sz="1680" dirty="0" err="1">
                <a:latin typeface="Times New Roman" panose="02020603050405020304" pitchFamily="18" charset="0"/>
                <a:cs typeface="Times New Roman" panose="02020603050405020304" pitchFamily="18" charset="0"/>
              </a:rPr>
              <a:t>Streamlit</a:t>
            </a:r>
            <a:r>
              <a:rPr lang="en-US" sz="1680" dirty="0">
                <a:latin typeface="Times New Roman" panose="02020603050405020304" pitchFamily="18" charset="0"/>
                <a:cs typeface="Times New Roman" panose="02020603050405020304" pitchFamily="18" charset="0"/>
              </a:rPr>
              <a:t> web interface, where the user selects the vehicle’s brand and model and uploads an image of the damaged vehicle. </a:t>
            </a:r>
          </a:p>
          <a:p>
            <a:pPr algn="just"/>
            <a:r>
              <a:rPr lang="en-US" sz="1680" dirty="0">
                <a:latin typeface="Times New Roman" panose="02020603050405020304" pitchFamily="18" charset="0"/>
                <a:cs typeface="Times New Roman" panose="02020603050405020304" pitchFamily="18" charset="0"/>
              </a:rPr>
              <a:t>The uploaded image first undergoes damage detection and segmentation using a YOLOv11-based segmentation model. This model is trained to recognize common damage types such as dents, scratches, and cracks. It outputs a segmented image highlighting damaged areas along with the coordinates of each damage center. This step isolates different damage types present on the vehicle’s surface.</a:t>
            </a:r>
          </a:p>
          <a:p>
            <a:pPr algn="just"/>
            <a:r>
              <a:rPr lang="en-US" sz="1680" dirty="0">
                <a:latin typeface="Times New Roman" panose="02020603050405020304" pitchFamily="18" charset="0"/>
                <a:cs typeface="Times New Roman" panose="02020603050405020304" pitchFamily="18" charset="0"/>
              </a:rPr>
              <a:t>Following damage detection, the original image is passed through a second YOLOv11 object detection model trained to identify and locate vehicle parts such as bumpers, doors, hoods, and fenders. Each detected part is assigned a center coordinate.</a:t>
            </a:r>
          </a:p>
          <a:p>
            <a:pPr algn="just"/>
            <a:r>
              <a:rPr lang="en-US" sz="1680" dirty="0">
                <a:latin typeface="Times New Roman" panose="02020603050405020304" pitchFamily="18" charset="0"/>
                <a:cs typeface="Times New Roman" panose="02020603050405020304" pitchFamily="18" charset="0"/>
              </a:rPr>
              <a:t>To associate detected damages with specific parts, the system computes the Euclidean distance between the centers of damaged regions and vehicle parts. The damage is mapped to the nearest vehicle part, assuming it is the most likely affected component.</a:t>
            </a:r>
          </a:p>
          <a:p>
            <a:pPr algn="just"/>
            <a:r>
              <a:rPr lang="en-US" sz="1680" dirty="0">
                <a:latin typeface="Times New Roman" panose="02020603050405020304" pitchFamily="18" charset="0"/>
                <a:cs typeface="Times New Roman" panose="02020603050405020304" pitchFamily="18" charset="0"/>
              </a:rPr>
              <a:t>After mapping, the system refers to a predefined CSV database that contains repair costs categorized by car brand, model, damage type, and part. The corresponding cost is retrieved for each identified damage-part pair.</a:t>
            </a:r>
          </a:p>
          <a:p>
            <a:pPr algn="just"/>
            <a:r>
              <a:rPr lang="en-US" sz="1680" dirty="0">
                <a:latin typeface="Times New Roman" panose="02020603050405020304" pitchFamily="18" charset="0"/>
                <a:cs typeface="Times New Roman" panose="02020603050405020304" pitchFamily="18" charset="0"/>
              </a:rPr>
              <a:t>Finally, the individual repair costs are aggregated and displayed to the user along with the damage visualization, offering a complete and transparent cost breakdown. This fully automated approach minimizes manual intervention, reduces processing time, and improves the reliability and scalability of vehicle damage assessment systems. It can be effectively integrated into insurance platforms, car service centers, and customer-facing mobile applications.</a:t>
            </a:r>
          </a:p>
        </p:txBody>
      </p:sp>
      <p:sp>
        <p:nvSpPr>
          <p:cNvPr id="56" name="Text Placeholder 68">
            <a:extLst>
              <a:ext uri="{FF2B5EF4-FFF2-40B4-BE49-F238E27FC236}">
                <a16:creationId xmlns:a16="http://schemas.microsoft.com/office/drawing/2014/main" id="{D2E568B7-C0D2-4ABC-BC5A-910D0FDA4CE4}"/>
              </a:ext>
            </a:extLst>
          </p:cNvPr>
          <p:cNvSpPr txBox="1">
            <a:spLocks/>
          </p:cNvSpPr>
          <p:nvPr/>
        </p:nvSpPr>
        <p:spPr>
          <a:xfrm>
            <a:off x="7591624" y="17250394"/>
            <a:ext cx="7311824" cy="298317"/>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pPr algn="just"/>
            <a:r>
              <a:rPr lang="en-US" sz="1680" dirty="0">
                <a:latin typeface="Times New Roman" panose="02020603050405020304" pitchFamily="18" charset="0"/>
                <a:cs typeface="Times New Roman" panose="02020603050405020304" pitchFamily="18" charset="0"/>
                <a:hlinkClick r:id="rId5"/>
              </a:rPr>
              <a:t>bhuvan.kapoor2023@vitstudent.ac.in</a:t>
            </a:r>
            <a:r>
              <a:rPr lang="en-US" sz="1680" dirty="0">
                <a:latin typeface="Times New Roman" panose="02020603050405020304" pitchFamily="18" charset="0"/>
                <a:cs typeface="Times New Roman" panose="02020603050405020304" pitchFamily="18" charset="0"/>
              </a:rPr>
              <a:t>                           </a:t>
            </a:r>
            <a:r>
              <a:rPr lang="en-US" sz="1680" dirty="0">
                <a:latin typeface="Times New Roman" panose="02020603050405020304" pitchFamily="18" charset="0"/>
                <a:cs typeface="Times New Roman" panose="02020603050405020304" pitchFamily="18" charset="0"/>
                <a:hlinkClick r:id="rId6"/>
              </a:rPr>
              <a:t>amrit.pal@vit.ac.in</a:t>
            </a:r>
            <a:r>
              <a:rPr lang="en-US" sz="1680" dirty="0">
                <a:latin typeface="Times New Roman" panose="02020603050405020304" pitchFamily="18" charset="0"/>
                <a:cs typeface="Times New Roman" panose="02020603050405020304" pitchFamily="18" charset="0"/>
              </a:rPr>
              <a:t>       </a:t>
            </a:r>
          </a:p>
        </p:txBody>
      </p:sp>
      <p:sp>
        <p:nvSpPr>
          <p:cNvPr id="57" name="TextBox 56">
            <a:extLst>
              <a:ext uri="{FF2B5EF4-FFF2-40B4-BE49-F238E27FC236}">
                <a16:creationId xmlns:a16="http://schemas.microsoft.com/office/drawing/2014/main" id="{E6C64BF0-4E6D-4087-AE1C-8FA7D53E4B08}"/>
              </a:ext>
            </a:extLst>
          </p:cNvPr>
          <p:cNvSpPr txBox="1"/>
          <p:nvPr/>
        </p:nvSpPr>
        <p:spPr>
          <a:xfrm>
            <a:off x="7564757" y="17483260"/>
            <a:ext cx="7575550" cy="484748"/>
          </a:xfrm>
          <a:prstGeom prst="rect">
            <a:avLst/>
          </a:prstGeom>
          <a:noFill/>
        </p:spPr>
        <p:txBody>
          <a:bodyPr wrap="square">
            <a:spAutoFit/>
          </a:bodyPr>
          <a:lstStyle/>
          <a:p>
            <a:r>
              <a:rPr lang="en-US" sz="2520" dirty="0">
                <a:solidFill>
                  <a:srgbClr val="FF0000"/>
                </a:solidFill>
                <a:latin typeface="Times New Roman" panose="02020603050405020304" pitchFamily="18" charset="0"/>
                <a:cs typeface="Times New Roman" panose="02020603050405020304" pitchFamily="18" charset="0"/>
              </a:rPr>
              <a:t>Acknowledgments/ References</a:t>
            </a:r>
            <a:endParaRPr lang="en-US" sz="2520" dirty="0">
              <a:latin typeface="Times New Roman" panose="02020603050405020304" pitchFamily="18" charset="0"/>
              <a:cs typeface="Times New Roman" panose="02020603050405020304" pitchFamily="18" charset="0"/>
            </a:endParaRPr>
          </a:p>
        </p:txBody>
      </p:sp>
      <p:sp>
        <p:nvSpPr>
          <p:cNvPr id="58" name="Text Placeholder 68">
            <a:extLst>
              <a:ext uri="{FF2B5EF4-FFF2-40B4-BE49-F238E27FC236}">
                <a16:creationId xmlns:a16="http://schemas.microsoft.com/office/drawing/2014/main" id="{58860111-B251-40DD-B25C-DA0A7D4C04D2}"/>
              </a:ext>
            </a:extLst>
          </p:cNvPr>
          <p:cNvSpPr txBox="1">
            <a:spLocks/>
          </p:cNvSpPr>
          <p:nvPr/>
        </p:nvSpPr>
        <p:spPr>
          <a:xfrm>
            <a:off x="7591622" y="17902556"/>
            <a:ext cx="7311825" cy="3052443"/>
          </a:xfrm>
          <a:prstGeom prst="rect">
            <a:avLst/>
          </a:prstGeom>
          <a:noFill/>
          <a:ln w="15875">
            <a:solidFill>
              <a:schemeClr val="accent1">
                <a:shade val="50000"/>
              </a:schemeClr>
            </a:solidFill>
          </a:ln>
        </p:spPr>
        <p:txBody>
          <a:bodyPr>
            <a:noAutofit/>
          </a:bodyPr>
          <a:lstStyle>
            <a:defPPr>
              <a:defRPr lang="en-US"/>
            </a:defPPr>
            <a:lvl1pPr indent="0" defTabSz="2138324">
              <a:lnSpc>
                <a:spcPct val="90000"/>
              </a:lnSpc>
              <a:spcBef>
                <a:spcPts val="2339"/>
              </a:spcBef>
              <a:buFont typeface="Arial" panose="020B0604020202020204" pitchFamily="34" charset="0"/>
              <a:buNone/>
              <a:defRPr sz="2400"/>
            </a:lvl1pPr>
            <a:lvl2pPr marL="1603743" indent="-534581" defTabSz="2138324">
              <a:lnSpc>
                <a:spcPct val="90000"/>
              </a:lnSpc>
              <a:spcBef>
                <a:spcPts val="1169"/>
              </a:spcBef>
              <a:buFont typeface="Arial" panose="020B0604020202020204" pitchFamily="34" charset="0"/>
              <a:buChar char="•"/>
              <a:defRPr sz="5612"/>
            </a:lvl2pPr>
            <a:lvl3pPr marL="2672906" indent="-534581" defTabSz="2138324">
              <a:lnSpc>
                <a:spcPct val="90000"/>
              </a:lnSpc>
              <a:spcBef>
                <a:spcPts val="1169"/>
              </a:spcBef>
              <a:buFont typeface="Arial" panose="020B0604020202020204" pitchFamily="34" charset="0"/>
              <a:buChar char="•"/>
              <a:defRPr sz="4677"/>
            </a:lvl3pPr>
            <a:lvl4pPr marL="3742068" indent="-534581" defTabSz="2138324">
              <a:lnSpc>
                <a:spcPct val="90000"/>
              </a:lnSpc>
              <a:spcBef>
                <a:spcPts val="1169"/>
              </a:spcBef>
              <a:buFont typeface="Arial" panose="020B0604020202020204" pitchFamily="34" charset="0"/>
              <a:buChar char="•"/>
              <a:defRPr sz="4209"/>
            </a:lvl4pPr>
            <a:lvl5pPr marL="4811230" indent="-534581" defTabSz="2138324">
              <a:lnSpc>
                <a:spcPct val="90000"/>
              </a:lnSpc>
              <a:spcBef>
                <a:spcPts val="1169"/>
              </a:spcBef>
              <a:buFont typeface="Arial" panose="020B0604020202020204" pitchFamily="34" charset="0"/>
              <a:buChar char="•"/>
              <a:defRPr sz="4209"/>
            </a:lvl5pPr>
            <a:lvl6pPr marL="5880392" indent="-534581" defTabSz="2138324">
              <a:lnSpc>
                <a:spcPct val="90000"/>
              </a:lnSpc>
              <a:spcBef>
                <a:spcPts val="1169"/>
              </a:spcBef>
              <a:buFont typeface="Arial" panose="020B0604020202020204" pitchFamily="34" charset="0"/>
              <a:buChar char="•"/>
              <a:defRPr sz="4209"/>
            </a:lvl6pPr>
            <a:lvl7pPr marL="6949554" indent="-534581" defTabSz="2138324">
              <a:lnSpc>
                <a:spcPct val="90000"/>
              </a:lnSpc>
              <a:spcBef>
                <a:spcPts val="1169"/>
              </a:spcBef>
              <a:buFont typeface="Arial" panose="020B0604020202020204" pitchFamily="34" charset="0"/>
              <a:buChar char="•"/>
              <a:defRPr sz="4209"/>
            </a:lvl7pPr>
            <a:lvl8pPr marL="8018717" indent="-534581" defTabSz="2138324">
              <a:lnSpc>
                <a:spcPct val="90000"/>
              </a:lnSpc>
              <a:spcBef>
                <a:spcPts val="1169"/>
              </a:spcBef>
              <a:buFont typeface="Arial" panose="020B0604020202020204" pitchFamily="34" charset="0"/>
              <a:buChar char="•"/>
              <a:defRPr sz="4209"/>
            </a:lvl8pPr>
            <a:lvl9pPr marL="9087879" indent="-534581" defTabSz="2138324">
              <a:lnSpc>
                <a:spcPct val="90000"/>
              </a:lnSpc>
              <a:spcBef>
                <a:spcPts val="1169"/>
              </a:spcBef>
              <a:buFont typeface="Arial" panose="020B0604020202020204" pitchFamily="34" charset="0"/>
              <a:buChar char="•"/>
              <a:defRPr sz="4209"/>
            </a:lvl9pPr>
          </a:lstStyle>
          <a:p>
            <a:pPr algn="just"/>
            <a:r>
              <a:rPr lang="en-IN" sz="1400" dirty="0">
                <a:latin typeface="Times New Roman" panose="02020603050405020304" pitchFamily="18" charset="0"/>
                <a:cs typeface="Times New Roman" panose="02020603050405020304" pitchFamily="18" charset="0"/>
              </a:rPr>
              <a:t>Wang, X., Li, W., </a:t>
            </a:r>
            <a:r>
              <a:rPr lang="en-IN" sz="1400" dirty="0" err="1">
                <a:latin typeface="Times New Roman" panose="02020603050405020304" pitchFamily="18" charset="0"/>
                <a:cs typeface="Times New Roman" panose="02020603050405020304" pitchFamily="18" charset="0"/>
              </a:rPr>
              <a:t>andWu</a:t>
            </a:r>
            <a:r>
              <a:rPr lang="en-IN" sz="1400" dirty="0">
                <a:latin typeface="Times New Roman" panose="02020603050405020304" pitchFamily="18" charset="0"/>
                <a:cs typeface="Times New Roman" panose="02020603050405020304" pitchFamily="18" charset="0"/>
              </a:rPr>
              <a:t>, Z.(2023). </a:t>
            </a:r>
            <a:r>
              <a:rPr lang="en-IN" sz="1400" dirty="0" err="1">
                <a:latin typeface="Times New Roman" panose="02020603050405020304" pitchFamily="18" charset="0"/>
                <a:cs typeface="Times New Roman" panose="02020603050405020304" pitchFamily="18" charset="0"/>
              </a:rPr>
              <a:t>Cardd</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Anewdatasetforvision</a:t>
            </a:r>
            <a:r>
              <a:rPr lang="en-IN" sz="1400" dirty="0">
                <a:latin typeface="Times New Roman" panose="02020603050405020304" pitchFamily="18" charset="0"/>
                <a:cs typeface="Times New Roman" panose="02020603050405020304" pitchFamily="18" charset="0"/>
              </a:rPr>
              <a:t>-based car damage detection. IEEE Transactions on Intelligent Transportation Systems, 24(7):7202 7214.</a:t>
            </a:r>
          </a:p>
          <a:p>
            <a:pPr algn="just"/>
            <a:r>
              <a:rPr lang="en-IN" sz="1400" dirty="0">
                <a:latin typeface="Times New Roman" panose="02020603050405020304" pitchFamily="18" charset="0"/>
                <a:cs typeface="Times New Roman" panose="02020603050405020304" pitchFamily="18" charset="0"/>
              </a:rPr>
              <a:t>Reddy, D. A., </a:t>
            </a:r>
            <a:r>
              <a:rPr lang="en-IN" sz="1400" dirty="0" err="1">
                <a:latin typeface="Times New Roman" panose="02020603050405020304" pitchFamily="18" charset="0"/>
                <a:cs typeface="Times New Roman" panose="02020603050405020304" pitchFamily="18" charset="0"/>
              </a:rPr>
              <a:t>Shambharkar</a:t>
            </a:r>
            <a:r>
              <a:rPr lang="en-IN" sz="1400" dirty="0">
                <a:latin typeface="Times New Roman" panose="02020603050405020304" pitchFamily="18" charset="0"/>
                <a:cs typeface="Times New Roman" panose="02020603050405020304" pitchFamily="18" charset="0"/>
              </a:rPr>
              <a:t>, S., </a:t>
            </a:r>
            <a:r>
              <a:rPr lang="en-IN" sz="1400" dirty="0" err="1">
                <a:latin typeface="Times New Roman" panose="02020603050405020304" pitchFamily="18" charset="0"/>
                <a:cs typeface="Times New Roman" panose="02020603050405020304" pitchFamily="18" charset="0"/>
              </a:rPr>
              <a:t>Jyothsna</a:t>
            </a:r>
            <a:r>
              <a:rPr lang="en-IN" sz="1400" dirty="0">
                <a:latin typeface="Times New Roman" panose="02020603050405020304" pitchFamily="18" charset="0"/>
                <a:cs typeface="Times New Roman" panose="02020603050405020304" pitchFamily="18" charset="0"/>
              </a:rPr>
              <a:t>, K., Kumar, V. M., </a:t>
            </a:r>
            <a:r>
              <a:rPr lang="en-IN" sz="1400" dirty="0" err="1">
                <a:latin typeface="Times New Roman" panose="02020603050405020304" pitchFamily="18" charset="0"/>
                <a:cs typeface="Times New Roman" panose="02020603050405020304" pitchFamily="18" charset="0"/>
              </a:rPr>
              <a:t>Bhoyar</a:t>
            </a:r>
            <a:r>
              <a:rPr lang="en-IN" sz="1400" dirty="0">
                <a:latin typeface="Times New Roman" panose="02020603050405020304" pitchFamily="18" charset="0"/>
                <a:cs typeface="Times New Roman" panose="02020603050405020304" pitchFamily="18" charset="0"/>
              </a:rPr>
              <a:t>, C. N., and </a:t>
            </a:r>
            <a:r>
              <a:rPr lang="en-IN" sz="1400" dirty="0" err="1">
                <a:latin typeface="Times New Roman" panose="02020603050405020304" pitchFamily="18" charset="0"/>
                <a:cs typeface="Times New Roman" panose="02020603050405020304" pitchFamily="18" charset="0"/>
              </a:rPr>
              <a:t>Somkunwar</a:t>
            </a:r>
            <a:r>
              <a:rPr lang="en-IN" sz="1400" dirty="0">
                <a:latin typeface="Times New Roman" panose="02020603050405020304" pitchFamily="18" charset="0"/>
                <a:cs typeface="Times New Roman" panose="02020603050405020304" pitchFamily="18" charset="0"/>
              </a:rPr>
              <a:t>, R. K. (2022). Automatic vehicle damage detection classification frame work using fast and mask deep learning. In 2022 Second International Conference on Computer Science, Engineering and Applications (ICCSEA), pages 1–6. IEEE.</a:t>
            </a:r>
          </a:p>
          <a:p>
            <a:pPr algn="just"/>
            <a:r>
              <a:rPr lang="en-US" sz="1400" dirty="0" err="1">
                <a:latin typeface="Times New Roman" panose="02020603050405020304" pitchFamily="18" charset="0"/>
                <a:cs typeface="Times New Roman" panose="02020603050405020304" pitchFamily="18" charset="0"/>
              </a:rPr>
              <a:t>Kyu</a:t>
            </a:r>
            <a:r>
              <a:rPr lang="en-US" sz="1400" dirty="0">
                <a:latin typeface="Times New Roman" panose="02020603050405020304" pitchFamily="18" charset="0"/>
                <a:cs typeface="Times New Roman" panose="02020603050405020304" pitchFamily="18" charset="0"/>
              </a:rPr>
              <a:t>, P. M. and </a:t>
            </a:r>
            <a:r>
              <a:rPr lang="en-US" sz="1400" dirty="0" err="1">
                <a:latin typeface="Times New Roman" panose="02020603050405020304" pitchFamily="18" charset="0"/>
                <a:cs typeface="Times New Roman" panose="02020603050405020304" pitchFamily="18" charset="0"/>
              </a:rPr>
              <a:t>Woraratpanya</a:t>
            </a:r>
            <a:r>
              <a:rPr lang="en-US" sz="1400" dirty="0">
                <a:latin typeface="Times New Roman" panose="02020603050405020304" pitchFamily="18" charset="0"/>
                <a:cs typeface="Times New Roman" panose="02020603050405020304" pitchFamily="18" charset="0"/>
              </a:rPr>
              <a:t>, K. (2020). Car damage detection and classification. In Proceedings of the 11th international conference on advances in information tech </a:t>
            </a:r>
            <a:r>
              <a:rPr lang="en-US" sz="1400" dirty="0" err="1">
                <a:latin typeface="Times New Roman" panose="02020603050405020304" pitchFamily="18" charset="0"/>
                <a:cs typeface="Times New Roman" panose="02020603050405020304" pitchFamily="18" charset="0"/>
              </a:rPr>
              <a:t>nology</a:t>
            </a:r>
            <a:r>
              <a:rPr lang="en-US" sz="1400" dirty="0">
                <a:latin typeface="Times New Roman" panose="02020603050405020304" pitchFamily="18" charset="0"/>
                <a:cs typeface="Times New Roman" panose="02020603050405020304" pitchFamily="18" charset="0"/>
              </a:rPr>
              <a:t>, pages 1–6.</a:t>
            </a:r>
          </a:p>
          <a:p>
            <a:pPr algn="just"/>
            <a:r>
              <a:rPr lang="en-US" sz="1400" dirty="0">
                <a:latin typeface="Times New Roman" panose="02020603050405020304" pitchFamily="18" charset="0"/>
                <a:cs typeface="Times New Roman" panose="02020603050405020304" pitchFamily="18" charset="0"/>
              </a:rPr>
              <a:t>Mohammed, N.A., </a:t>
            </a:r>
            <a:r>
              <a:rPr lang="en-US" sz="1400" dirty="0" err="1">
                <a:latin typeface="Times New Roman" panose="02020603050405020304" pitchFamily="18" charset="0"/>
                <a:cs typeface="Times New Roman" panose="02020603050405020304" pitchFamily="18" charset="0"/>
              </a:rPr>
              <a:t>Potrus</a:t>
            </a:r>
            <a:r>
              <a:rPr lang="en-US" sz="1400" dirty="0">
                <a:latin typeface="Times New Roman" panose="02020603050405020304" pitchFamily="18" charset="0"/>
                <a:cs typeface="Times New Roman" panose="02020603050405020304" pitchFamily="18" charset="0"/>
              </a:rPr>
              <a:t>, M. Y., and Ali, A. M. (2023). Deep learning based car dam age classification and cost estimation. </a:t>
            </a:r>
            <a:r>
              <a:rPr lang="en-US" sz="1400" dirty="0" err="1">
                <a:latin typeface="Times New Roman" panose="02020603050405020304" pitchFamily="18" charset="0"/>
                <a:cs typeface="Times New Roman" panose="02020603050405020304" pitchFamily="18" charset="0"/>
              </a:rPr>
              <a:t>Zanco</a:t>
            </a:r>
            <a:r>
              <a:rPr lang="en-US" sz="1400" dirty="0">
                <a:latin typeface="Times New Roman" panose="02020603050405020304" pitchFamily="18" charset="0"/>
                <a:cs typeface="Times New Roman" panose="02020603050405020304" pitchFamily="18" charset="0"/>
              </a:rPr>
              <a:t> Journal of Pure and Applied Sciences, 35(1):1–9.</a:t>
            </a:r>
            <a:endParaRPr lang="en-IN" sz="1400" dirty="0">
              <a:latin typeface="Times New Roman" panose="02020603050405020304" pitchFamily="18" charset="0"/>
              <a:cs typeface="Times New Roman" panose="02020603050405020304" pitchFamily="18" charset="0"/>
            </a:endParaRPr>
          </a:p>
          <a:p>
            <a:pPr algn="just"/>
            <a:endParaRPr lang="en-US" sz="1680" dirty="0">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FFC0FA15-ACF0-48ED-8BD8-F5F46FF0399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15867" y="8788967"/>
            <a:ext cx="7201767" cy="3532332"/>
          </a:xfrm>
          <a:prstGeom prst="rect">
            <a:avLst/>
          </a:prstGeom>
        </p:spPr>
      </p:pic>
      <p:pic>
        <p:nvPicPr>
          <p:cNvPr id="28" name="Picture 27">
            <a:extLst>
              <a:ext uri="{FF2B5EF4-FFF2-40B4-BE49-F238E27FC236}">
                <a16:creationId xmlns:a16="http://schemas.microsoft.com/office/drawing/2014/main" id="{CE9E6AC9-238A-44FD-9EE6-59E79EEB0E0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768605" y="6178151"/>
            <a:ext cx="6914550" cy="2831754"/>
          </a:xfrm>
          <a:prstGeom prst="rect">
            <a:avLst/>
          </a:prstGeom>
        </p:spPr>
      </p:pic>
      <p:pic>
        <p:nvPicPr>
          <p:cNvPr id="32" name="Picture 31">
            <a:extLst>
              <a:ext uri="{FF2B5EF4-FFF2-40B4-BE49-F238E27FC236}">
                <a16:creationId xmlns:a16="http://schemas.microsoft.com/office/drawing/2014/main" id="{6E18E772-5C6C-469D-8F56-BAD47129613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736655" y="2868499"/>
            <a:ext cx="6946500" cy="2874364"/>
          </a:xfrm>
          <a:prstGeom prst="rect">
            <a:avLst/>
          </a:prstGeom>
        </p:spPr>
      </p:pic>
      <p:pic>
        <p:nvPicPr>
          <p:cNvPr id="34" name="Picture 33">
            <a:extLst>
              <a:ext uri="{FF2B5EF4-FFF2-40B4-BE49-F238E27FC236}">
                <a16:creationId xmlns:a16="http://schemas.microsoft.com/office/drawing/2014/main" id="{CC316921-5355-46CB-86C5-6223496EA94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773936" y="9415473"/>
            <a:ext cx="6909219" cy="2880450"/>
          </a:xfrm>
          <a:prstGeom prst="rect">
            <a:avLst/>
          </a:prstGeom>
        </p:spPr>
      </p:pic>
      <p:sp>
        <p:nvSpPr>
          <p:cNvPr id="35" name="TextBox 34">
            <a:extLst>
              <a:ext uri="{FF2B5EF4-FFF2-40B4-BE49-F238E27FC236}">
                <a16:creationId xmlns:a16="http://schemas.microsoft.com/office/drawing/2014/main" id="{2192B0D4-80C0-4E32-BBF0-39E71DB98521}"/>
              </a:ext>
            </a:extLst>
          </p:cNvPr>
          <p:cNvSpPr txBox="1"/>
          <p:nvPr/>
        </p:nvSpPr>
        <p:spPr>
          <a:xfrm>
            <a:off x="7736655" y="5715377"/>
            <a:ext cx="6946500" cy="338554"/>
          </a:xfrm>
          <a:prstGeom prst="rect">
            <a:avLst/>
          </a:prstGeom>
          <a:noFill/>
        </p:spPr>
        <p:txBody>
          <a:bodyPr wrap="square" rtlCol="0">
            <a:spAutoFit/>
          </a:bodyPr>
          <a:lstStyle/>
          <a:p>
            <a:pPr algn="ctr"/>
            <a:r>
              <a:rPr lang="en-US" sz="1600" dirty="0">
                <a:latin typeface="Times New Roman" panose="02020603050405020304" pitchFamily="18" charset="0"/>
                <a:cs typeface="Times New Roman" panose="02020603050405020304" pitchFamily="18" charset="0"/>
              </a:rPr>
              <a:t>Fig 1: Results for YOLOv11- Segmentation Model</a:t>
            </a:r>
            <a:endParaRPr lang="en-IN" sz="1600" dirty="0">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992AC63F-42D4-4306-B984-DA5FD1DF3E61}"/>
              </a:ext>
            </a:extLst>
          </p:cNvPr>
          <p:cNvSpPr txBox="1"/>
          <p:nvPr/>
        </p:nvSpPr>
        <p:spPr>
          <a:xfrm>
            <a:off x="7736655" y="8969392"/>
            <a:ext cx="6946500" cy="338554"/>
          </a:xfrm>
          <a:prstGeom prst="rect">
            <a:avLst/>
          </a:prstGeom>
          <a:noFill/>
        </p:spPr>
        <p:txBody>
          <a:bodyPr wrap="square" rtlCol="0">
            <a:spAutoFit/>
          </a:bodyPr>
          <a:lstStyle/>
          <a:p>
            <a:pPr algn="ctr"/>
            <a:r>
              <a:rPr lang="en-US" sz="1600" dirty="0">
                <a:latin typeface="Times New Roman" panose="02020603050405020304" pitchFamily="18" charset="0"/>
                <a:cs typeface="Times New Roman" panose="02020603050405020304" pitchFamily="18" charset="0"/>
              </a:rPr>
              <a:t>Fig 2:Results for YOLOv11- Detection Model</a:t>
            </a:r>
            <a:endParaRPr lang="en-IN" sz="1600" dirty="0">
              <a:latin typeface="Times New Roman" panose="02020603050405020304" pitchFamily="18" charset="0"/>
              <a:cs typeface="Times New Roman" panose="02020603050405020304" pitchFamily="18" charset="0"/>
            </a:endParaRPr>
          </a:p>
        </p:txBody>
      </p:sp>
      <p:sp>
        <p:nvSpPr>
          <p:cNvPr id="51" name="TextBox 50">
            <a:extLst>
              <a:ext uri="{FF2B5EF4-FFF2-40B4-BE49-F238E27FC236}">
                <a16:creationId xmlns:a16="http://schemas.microsoft.com/office/drawing/2014/main" id="{F1992E60-F611-4B04-AEA4-16E5FFD8CD5B}"/>
              </a:ext>
            </a:extLst>
          </p:cNvPr>
          <p:cNvSpPr txBox="1"/>
          <p:nvPr/>
        </p:nvSpPr>
        <p:spPr>
          <a:xfrm>
            <a:off x="7736655" y="12302060"/>
            <a:ext cx="6946500" cy="338554"/>
          </a:xfrm>
          <a:prstGeom prst="rect">
            <a:avLst/>
          </a:prstGeom>
          <a:noFill/>
        </p:spPr>
        <p:txBody>
          <a:bodyPr wrap="square" rtlCol="0">
            <a:spAutoFit/>
          </a:bodyPr>
          <a:lstStyle/>
          <a:p>
            <a:pPr algn="ctr"/>
            <a:r>
              <a:rPr lang="en-US" sz="1600" dirty="0">
                <a:latin typeface="Times New Roman" panose="02020603050405020304" pitchFamily="18" charset="0"/>
                <a:cs typeface="Times New Roman" panose="02020603050405020304" pitchFamily="18" charset="0"/>
              </a:rPr>
              <a:t>Fig 3: Final </a:t>
            </a:r>
            <a:r>
              <a:rPr lang="en-US" sz="1600" dirty="0" err="1">
                <a:latin typeface="Times New Roman" panose="02020603050405020304" pitchFamily="18" charset="0"/>
                <a:cs typeface="Times New Roman" panose="02020603050405020304" pitchFamily="18" charset="0"/>
              </a:rPr>
              <a:t>Streamlit</a:t>
            </a:r>
            <a:r>
              <a:rPr lang="en-US" sz="1600" dirty="0">
                <a:latin typeface="Times New Roman" panose="02020603050405020304" pitchFamily="18" charset="0"/>
                <a:cs typeface="Times New Roman" panose="02020603050405020304" pitchFamily="18" charset="0"/>
              </a:rPr>
              <a:t> Output</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604115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ster_2016_m.potx" id="{C99F4834-73B2-44AB-9211-DD57E3EBE727}" vid="{C99B119E-4D31-4661-B76A-37761BBBC0B1}"/>
    </a:ext>
  </a:extLst>
</a:theme>
</file>

<file path=docProps/app.xml><?xml version="1.0" encoding="utf-8"?>
<Properties xmlns="http://schemas.openxmlformats.org/officeDocument/2006/extended-properties" xmlns:vt="http://schemas.openxmlformats.org/officeDocument/2006/docPropsVTypes">
  <Template/>
  <TotalTime>6482</TotalTime>
  <Words>977</Words>
  <Application>Microsoft Office PowerPoint</Application>
  <PresentationFormat>Custom</PresentationFormat>
  <Paragraphs>31</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宋体</vt:lpstr>
      <vt:lpstr>Arial</vt:lpstr>
      <vt:lpstr>Calibri</vt:lpstr>
      <vt:lpstr>Calibri Light</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Jayasankar Variyar</dc:creator>
  <cp:lastModifiedBy>Bhuvan Kapoor</cp:lastModifiedBy>
  <cp:revision>62</cp:revision>
  <dcterms:created xsi:type="dcterms:W3CDTF">2016-03-28T06:32:15Z</dcterms:created>
  <dcterms:modified xsi:type="dcterms:W3CDTF">2025-04-11T07:56:02Z</dcterms:modified>
</cp:coreProperties>
</file>